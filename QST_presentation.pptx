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3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4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6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8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9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10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11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13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4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6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8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diagrams/data2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ata5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ata7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ata30.xml" ContentType="application/vnd.openxmlformats-officedocument.drawingml.diagramData+xml"/>
  <Override PartName="/ppt/diagrams/layout60.xml" ContentType="application/vnd.openxmlformats-officedocument.drawingml.diagramLayout+xml"/>
  <Override PartName="/ppt/diagrams/quickStyle60.xml" ContentType="application/vnd.openxmlformats-officedocument.drawingml.diagramStyle+xml"/>
  <Override PartName="/ppt/diagrams/colors60.xml" ContentType="application/vnd.openxmlformats-officedocument.drawingml.diagramColors+xml"/>
  <Override PartName="/ppt/diagrams/data12.xml" ContentType="application/vnd.openxmlformats-officedocument.drawingml.diagramData+xml"/>
  <Override PartName="/ppt/diagrams/layout80.xml" ContentType="application/vnd.openxmlformats-officedocument.drawingml.diagramLayout+xml"/>
  <Override PartName="/ppt/diagrams/quickStyle80.xml" ContentType="application/vnd.openxmlformats-officedocument.drawingml.diagramStyle+xml"/>
  <Override PartName="/ppt/diagrams/colors80.xml" ContentType="application/vnd.openxmlformats-officedocument.drawingml.diagramColors+xml"/>
  <Override PartName="/ppt/diagrams/data15.xml" ContentType="application/vnd.openxmlformats-officedocument.drawingml.diagramData+xml"/>
  <Override PartName="/ppt/diagrams/layout100.xml" ContentType="application/vnd.openxmlformats-officedocument.drawingml.diagramLayout+xml"/>
  <Override PartName="/ppt/diagrams/quickStyle100.xml" ContentType="application/vnd.openxmlformats-officedocument.drawingml.diagramStyle+xml"/>
  <Override PartName="/ppt/diagrams/colors100.xml" ContentType="application/vnd.openxmlformats-officedocument.drawingml.diagramColors+xml"/>
  <Override PartName="/ppt/diagrams/data17.xml" ContentType="application/vnd.openxmlformats-officedocument.drawingml.diagramData+xml"/>
  <Override PartName="/ppt/diagrams/layout110.xml" ContentType="application/vnd.openxmlformats-officedocument.drawingml.diagramLayout+xml"/>
  <Override PartName="/ppt/diagrams/quickStyle110.xml" ContentType="application/vnd.openxmlformats-officedocument.drawingml.diagramStyle+xml"/>
  <Override PartName="/ppt/diagrams/colors110.xml" ContentType="application/vnd.openxmlformats-officedocument.drawingml.diagramCol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2" r:id="rId12"/>
  </p:sldMasterIdLst>
  <p:notesMasterIdLst>
    <p:notesMasterId r:id="rId35"/>
  </p:notesMasterIdLst>
  <p:handoutMasterIdLst>
    <p:handoutMasterId r:id="rId36"/>
  </p:handoutMasterIdLst>
  <p:sldIdLst>
    <p:sldId id="260" r:id="rId13"/>
    <p:sldId id="267" r:id="rId14"/>
    <p:sldId id="268" r:id="rId15"/>
    <p:sldId id="257" r:id="rId16"/>
    <p:sldId id="261" r:id="rId17"/>
    <p:sldId id="262" r:id="rId18"/>
    <p:sldId id="263" r:id="rId19"/>
    <p:sldId id="265" r:id="rId20"/>
    <p:sldId id="264" r:id="rId21"/>
    <p:sldId id="266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</p:sldIdLst>
  <p:sldSz cx="12190413" cy="6858000"/>
  <p:notesSz cx="6858000" cy="9144000"/>
  <p:custDataLst>
    <p:tags r:id="rId37"/>
  </p:custDataLst>
  <p:defaultTextStyle>
    <a:defPPr>
      <a:defRPr lang="da-DK"/>
    </a:defPPr>
    <a:lvl1pPr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990000"/>
    <a:srgbClr val="000000"/>
    <a:srgbClr val="FFCC00"/>
    <a:srgbClr val="FF6600"/>
    <a:srgbClr val="FF0000"/>
    <a:srgbClr val="FF0099"/>
    <a:srgbClr val="CC3399"/>
    <a:srgbClr val="660066"/>
    <a:srgbClr val="66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0843FC-F45E-4503-9520-D5438E8EAB4A}" v="12" dt="2026-08-20T09:19:00.3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8" autoAdjust="0"/>
    <p:restoredTop sz="96098" autoAdjust="0"/>
  </p:normalViewPr>
  <p:slideViewPr>
    <p:cSldViewPr showGuides="1">
      <p:cViewPr varScale="1">
        <p:scale>
          <a:sx n="70" d="100"/>
          <a:sy n="70" d="100"/>
        </p:scale>
        <p:origin x="384" y="5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slide" Target="slides/slide14.xml"/><Relationship Id="rId39" Type="http://schemas.openxmlformats.org/officeDocument/2006/relationships/viewProps" Target="viewProps.xml"/><Relationship Id="rId21" Type="http://schemas.openxmlformats.org/officeDocument/2006/relationships/slide" Target="slides/slide9.xml"/><Relationship Id="rId34" Type="http://schemas.openxmlformats.org/officeDocument/2006/relationships/slide" Target="slides/slide22.xml"/><Relationship Id="rId42" Type="http://schemas.microsoft.com/office/2016/11/relationships/changesInfo" Target="changesInfos/changesInfo1.xml"/><Relationship Id="rId7" Type="http://schemas.openxmlformats.org/officeDocument/2006/relationships/customXml" Target="../customXml/item7.xml"/><Relationship Id="rId2" Type="http://schemas.openxmlformats.org/officeDocument/2006/relationships/customXml" Target="../customXml/item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29" Type="http://schemas.openxmlformats.org/officeDocument/2006/relationships/slide" Target="slides/slide17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slide" Target="slides/slide12.xml"/><Relationship Id="rId32" Type="http://schemas.openxmlformats.org/officeDocument/2006/relationships/slide" Target="slides/slide20.xml"/><Relationship Id="rId37" Type="http://schemas.openxmlformats.org/officeDocument/2006/relationships/tags" Target="tags/tag1.xml"/><Relationship Id="rId40" Type="http://schemas.openxmlformats.org/officeDocument/2006/relationships/theme" Target="theme/theme1.xml"/><Relationship Id="rId5" Type="http://schemas.openxmlformats.org/officeDocument/2006/relationships/customXml" Target="../customXml/item5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slide" Target="slides/slide16.xml"/><Relationship Id="rId36" Type="http://schemas.openxmlformats.org/officeDocument/2006/relationships/handoutMaster" Target="handoutMasters/handoutMaster1.xml"/><Relationship Id="rId10" Type="http://schemas.openxmlformats.org/officeDocument/2006/relationships/customXml" Target="../customXml/item10.xml"/><Relationship Id="rId19" Type="http://schemas.openxmlformats.org/officeDocument/2006/relationships/slide" Target="slides/slide7.xml"/><Relationship Id="rId31" Type="http://schemas.openxmlformats.org/officeDocument/2006/relationships/slide" Target="slides/slide19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slide" Target="slides/slide15.xml"/><Relationship Id="rId30" Type="http://schemas.openxmlformats.org/officeDocument/2006/relationships/slide" Target="slides/slide18.xml"/><Relationship Id="rId35" Type="http://schemas.openxmlformats.org/officeDocument/2006/relationships/notesMaster" Target="notesMasters/notesMaster1.xml"/><Relationship Id="rId43" Type="http://schemas.microsoft.com/office/2015/10/relationships/revisionInfo" Target="revisionInfo.xml"/><Relationship Id="rId8" Type="http://schemas.openxmlformats.org/officeDocument/2006/relationships/customXml" Target="../customXml/item8.xml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1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33" Type="http://schemas.openxmlformats.org/officeDocument/2006/relationships/slide" Target="slides/slide21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s Carlos González Hofmann" userId="5e8e301d-0ca8-425e-92a1-36959d469035" providerId="ADAL" clId="{93358A17-C9A5-4A3D-953F-1A781E604CF0}"/>
    <pc:docChg chg="custSel addSld modSld">
      <pc:chgData name="Luis Carlos González Hofmann" userId="5e8e301d-0ca8-425e-92a1-36959d469035" providerId="ADAL" clId="{93358A17-C9A5-4A3D-953F-1A781E604CF0}" dt="2026-08-20T09:19:59.436" v="34" actId="20577"/>
      <pc:docMkLst>
        <pc:docMk/>
      </pc:docMkLst>
      <pc:sldChg chg="modSp mod">
        <pc:chgData name="Luis Carlos González Hofmann" userId="5e8e301d-0ca8-425e-92a1-36959d469035" providerId="ADAL" clId="{93358A17-C9A5-4A3D-953F-1A781E604CF0}" dt="2026-08-20T08:31:50.602" v="0" actId="1076"/>
        <pc:sldMkLst>
          <pc:docMk/>
          <pc:sldMk cId="1665821570" sldId="263"/>
        </pc:sldMkLst>
        <pc:graphicFrameChg chg="mod">
          <ac:chgData name="Luis Carlos González Hofmann" userId="5e8e301d-0ca8-425e-92a1-36959d469035" providerId="ADAL" clId="{93358A17-C9A5-4A3D-953F-1A781E604CF0}" dt="2026-08-20T08:31:50.602" v="0" actId="1076"/>
          <ac:graphicFrameMkLst>
            <pc:docMk/>
            <pc:sldMk cId="1665821570" sldId="263"/>
            <ac:graphicFrameMk id="12" creationId="{8872AD85-BBB8-7DC8-61F8-FA1607F83320}"/>
          </ac:graphicFrameMkLst>
        </pc:graphicFrameChg>
      </pc:sldChg>
      <pc:sldChg chg="add">
        <pc:chgData name="Luis Carlos González Hofmann" userId="5e8e301d-0ca8-425e-92a1-36959d469035" providerId="ADAL" clId="{93358A17-C9A5-4A3D-953F-1A781E604CF0}" dt="2026-08-20T09:17:30.721" v="1"/>
        <pc:sldMkLst>
          <pc:docMk/>
          <pc:sldMk cId="2805702401" sldId="270"/>
        </pc:sldMkLst>
      </pc:sldChg>
      <pc:sldChg chg="add">
        <pc:chgData name="Luis Carlos González Hofmann" userId="5e8e301d-0ca8-425e-92a1-36959d469035" providerId="ADAL" clId="{93358A17-C9A5-4A3D-953F-1A781E604CF0}" dt="2026-08-20T09:17:50.567" v="2"/>
        <pc:sldMkLst>
          <pc:docMk/>
          <pc:sldMk cId="2293171015" sldId="271"/>
        </pc:sldMkLst>
      </pc:sldChg>
      <pc:sldChg chg="add">
        <pc:chgData name="Luis Carlos González Hofmann" userId="5e8e301d-0ca8-425e-92a1-36959d469035" providerId="ADAL" clId="{93358A17-C9A5-4A3D-953F-1A781E604CF0}" dt="2026-08-20T09:18:01.892" v="3"/>
        <pc:sldMkLst>
          <pc:docMk/>
          <pc:sldMk cId="403504552" sldId="272"/>
        </pc:sldMkLst>
      </pc:sldChg>
      <pc:sldChg chg="add">
        <pc:chgData name="Luis Carlos González Hofmann" userId="5e8e301d-0ca8-425e-92a1-36959d469035" providerId="ADAL" clId="{93358A17-C9A5-4A3D-953F-1A781E604CF0}" dt="2026-08-20T09:18:09.523" v="4"/>
        <pc:sldMkLst>
          <pc:docMk/>
          <pc:sldMk cId="3509210408" sldId="273"/>
        </pc:sldMkLst>
      </pc:sldChg>
      <pc:sldChg chg="add">
        <pc:chgData name="Luis Carlos González Hofmann" userId="5e8e301d-0ca8-425e-92a1-36959d469035" providerId="ADAL" clId="{93358A17-C9A5-4A3D-953F-1A781E604CF0}" dt="2026-08-20T09:18:18.229" v="5"/>
        <pc:sldMkLst>
          <pc:docMk/>
          <pc:sldMk cId="2041632049" sldId="274"/>
        </pc:sldMkLst>
      </pc:sldChg>
      <pc:sldChg chg="add">
        <pc:chgData name="Luis Carlos González Hofmann" userId="5e8e301d-0ca8-425e-92a1-36959d469035" providerId="ADAL" clId="{93358A17-C9A5-4A3D-953F-1A781E604CF0}" dt="2026-08-20T09:18:25.197" v="6"/>
        <pc:sldMkLst>
          <pc:docMk/>
          <pc:sldMk cId="2992231122" sldId="275"/>
        </pc:sldMkLst>
      </pc:sldChg>
      <pc:sldChg chg="add">
        <pc:chgData name="Luis Carlos González Hofmann" userId="5e8e301d-0ca8-425e-92a1-36959d469035" providerId="ADAL" clId="{93358A17-C9A5-4A3D-953F-1A781E604CF0}" dt="2026-08-20T09:18:34.897" v="7"/>
        <pc:sldMkLst>
          <pc:docMk/>
          <pc:sldMk cId="2625786801" sldId="276"/>
        </pc:sldMkLst>
      </pc:sldChg>
      <pc:sldChg chg="add">
        <pc:chgData name="Luis Carlos González Hofmann" userId="5e8e301d-0ca8-425e-92a1-36959d469035" providerId="ADAL" clId="{93358A17-C9A5-4A3D-953F-1A781E604CF0}" dt="2026-08-20T09:18:43.091" v="8"/>
        <pc:sldMkLst>
          <pc:docMk/>
          <pc:sldMk cId="3394122827" sldId="277"/>
        </pc:sldMkLst>
      </pc:sldChg>
      <pc:sldChg chg="add">
        <pc:chgData name="Luis Carlos González Hofmann" userId="5e8e301d-0ca8-425e-92a1-36959d469035" providerId="ADAL" clId="{93358A17-C9A5-4A3D-953F-1A781E604CF0}" dt="2026-08-20T09:18:51.324" v="9"/>
        <pc:sldMkLst>
          <pc:docMk/>
          <pc:sldMk cId="2140730026" sldId="278"/>
        </pc:sldMkLst>
      </pc:sldChg>
      <pc:sldChg chg="add">
        <pc:chgData name="Luis Carlos González Hofmann" userId="5e8e301d-0ca8-425e-92a1-36959d469035" providerId="ADAL" clId="{93358A17-C9A5-4A3D-953F-1A781E604CF0}" dt="2026-08-20T09:19:00.379" v="10"/>
        <pc:sldMkLst>
          <pc:docMk/>
          <pc:sldMk cId="4235603606" sldId="279"/>
        </pc:sldMkLst>
      </pc:sldChg>
      <pc:sldChg chg="addSp delSp modSp new mod chgLayout">
        <pc:chgData name="Luis Carlos González Hofmann" userId="5e8e301d-0ca8-425e-92a1-36959d469035" providerId="ADAL" clId="{93358A17-C9A5-4A3D-953F-1A781E604CF0}" dt="2026-08-20T09:19:59.436" v="34" actId="20577"/>
        <pc:sldMkLst>
          <pc:docMk/>
          <pc:sldMk cId="4052713363" sldId="280"/>
        </pc:sldMkLst>
        <pc:spChg chg="del mod ord">
          <ac:chgData name="Luis Carlos González Hofmann" userId="5e8e301d-0ca8-425e-92a1-36959d469035" providerId="ADAL" clId="{93358A17-C9A5-4A3D-953F-1A781E604CF0}" dt="2026-08-20T09:19:36.395" v="12" actId="700"/>
          <ac:spMkLst>
            <pc:docMk/>
            <pc:sldMk cId="4052713363" sldId="280"/>
            <ac:spMk id="2" creationId="{2B173584-56EF-67A7-2D1A-BE2C22B0C145}"/>
          </ac:spMkLst>
        </pc:spChg>
        <pc:spChg chg="del mod ord">
          <ac:chgData name="Luis Carlos González Hofmann" userId="5e8e301d-0ca8-425e-92a1-36959d469035" providerId="ADAL" clId="{93358A17-C9A5-4A3D-953F-1A781E604CF0}" dt="2026-08-20T09:19:36.395" v="12" actId="700"/>
          <ac:spMkLst>
            <pc:docMk/>
            <pc:sldMk cId="4052713363" sldId="280"/>
            <ac:spMk id="3" creationId="{1E112F9E-9E5C-FEF8-2869-54128743C21D}"/>
          </ac:spMkLst>
        </pc:spChg>
        <pc:spChg chg="mod ord">
          <ac:chgData name="Luis Carlos González Hofmann" userId="5e8e301d-0ca8-425e-92a1-36959d469035" providerId="ADAL" clId="{93358A17-C9A5-4A3D-953F-1A781E604CF0}" dt="2026-08-20T09:19:36.395" v="12" actId="700"/>
          <ac:spMkLst>
            <pc:docMk/>
            <pc:sldMk cId="4052713363" sldId="280"/>
            <ac:spMk id="4" creationId="{8FBD3086-E2E1-C8C1-257D-F12052361DD6}"/>
          </ac:spMkLst>
        </pc:spChg>
        <pc:spChg chg="mod ord">
          <ac:chgData name="Luis Carlos González Hofmann" userId="5e8e301d-0ca8-425e-92a1-36959d469035" providerId="ADAL" clId="{93358A17-C9A5-4A3D-953F-1A781E604CF0}" dt="2026-08-20T09:19:36.395" v="12" actId="700"/>
          <ac:spMkLst>
            <pc:docMk/>
            <pc:sldMk cId="4052713363" sldId="280"/>
            <ac:spMk id="5" creationId="{3F03C755-3217-1C2F-B40B-7993186E3B85}"/>
          </ac:spMkLst>
        </pc:spChg>
        <pc:spChg chg="mod ord">
          <ac:chgData name="Luis Carlos González Hofmann" userId="5e8e301d-0ca8-425e-92a1-36959d469035" providerId="ADAL" clId="{93358A17-C9A5-4A3D-953F-1A781E604CF0}" dt="2026-08-20T09:19:36.395" v="12" actId="700"/>
          <ac:spMkLst>
            <pc:docMk/>
            <pc:sldMk cId="4052713363" sldId="280"/>
            <ac:spMk id="6" creationId="{04824DF4-0BC3-A5CA-02F2-8F7CE4FB04A0}"/>
          </ac:spMkLst>
        </pc:spChg>
        <pc:spChg chg="add mod ord">
          <ac:chgData name="Luis Carlos González Hofmann" userId="5e8e301d-0ca8-425e-92a1-36959d469035" providerId="ADAL" clId="{93358A17-C9A5-4A3D-953F-1A781E604CF0}" dt="2026-08-20T09:19:59.436" v="34" actId="20577"/>
          <ac:spMkLst>
            <pc:docMk/>
            <pc:sldMk cId="4052713363" sldId="280"/>
            <ac:spMk id="7" creationId="{187FD517-ED3B-6873-B924-9E46D452C5F6}"/>
          </ac:spMkLst>
        </pc:spChg>
        <pc:spChg chg="add mod ord">
          <ac:chgData name="Luis Carlos González Hofmann" userId="5e8e301d-0ca8-425e-92a1-36959d469035" providerId="ADAL" clId="{93358A17-C9A5-4A3D-953F-1A781E604CF0}" dt="2026-08-20T09:19:48" v="24" actId="20577"/>
          <ac:spMkLst>
            <pc:docMk/>
            <pc:sldMk cId="4052713363" sldId="280"/>
            <ac:spMk id="8" creationId="{C11EF70F-45D4-5A4E-E7D3-2D13305E127B}"/>
          </ac:spMkLst>
        </pc:sp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10.png"/><Relationship Id="rId1" Type="http://schemas.openxmlformats.org/officeDocument/2006/relationships/image" Target="../media/image111.png"/><Relationship Id="rId4" Type="http://schemas.openxmlformats.org/officeDocument/2006/relationships/image" Target="../media/image40.png"/></Relationships>
</file>

<file path=ppt/diagrams/_rels/data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image" Target="../media/image50.png"/></Relationships>
</file>

<file path=ppt/diagrams/_rels/data7.xml.rels><?xml version="1.0" encoding="UTF-8" standalone="yes"?>
<Relationships xmlns="http://schemas.openxmlformats.org/package/2006/relationships"><Relationship Id="rId1" Type="http://schemas.openxmlformats.org/officeDocument/2006/relationships/image" Target="../media/image70.png"/></Relationships>
</file>

<file path=ppt/diagrams/_rels/data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image" Target="../media/image112.png"/></Relationships>
</file>

<file path=ppt/diagrams/_rels/data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40.png"/></Relationships>
</file>

<file path=ppt/diagrams/_rels/data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1.png"/><Relationship Id="rId1" Type="http://schemas.openxmlformats.org/officeDocument/2006/relationships/image" Target="../media/image150.png"/></Relationships>
</file>

<file path=ppt/diagrams/_rels/data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22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D5B5FD9-704D-4B35-B6F1-4B9E9159B28D}" type="doc">
      <dgm:prSet loTypeId="urn:microsoft.com/office/officeart/2005/8/layout/funnel1" loCatId="process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da-DK"/>
        </a:p>
      </dgm:t>
    </dgm:pt>
    <mc:AlternateContent xmlns:mc="http://schemas.openxmlformats.org/markup-compatibility/2006" xmlns:a14="http://schemas.microsoft.com/office/drawing/2010/main">
      <mc:Choice Requires="a14">
        <dgm:pt modelId="{A50E1F2C-EF32-41BB-A4D7-93439C753508}">
          <dgm:prSet phldrT="[Text]" phldr="0" custT="1"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GB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i="1" dirty="0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GB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m:oMathPara>
              </a14:m>
              <a:endParaRPr lang="da-DK" sz="2000" dirty="0"/>
            </a:p>
          </dgm:t>
        </dgm:pt>
      </mc:Choice>
      <mc:Fallback xmlns="">
        <dgm:pt modelId="{A50E1F2C-EF32-41BB-A4D7-93439C753508}">
          <dgm:prSet phldrT="[Text]" phldr="0" custT="1"/>
          <dgm:spPr/>
          <dgm:t>
            <a:bodyPr/>
            <a:lstStyle/>
            <a:p>
              <a:r>
                <a:rPr lang="en-GB" sz="2000" b="0" i="0" dirty="0">
                  <a:latin typeface="Cambria Math" panose="02040503050406030204" pitchFamily="18" charset="0"/>
                </a:rPr>
                <a:t>𝑝</a:t>
              </a:r>
              <a:r>
                <a:rPr lang="en-GB" sz="2000" i="0" dirty="0">
                  <a:latin typeface="Cambria Math" panose="02040503050406030204" pitchFamily="18" charset="0"/>
                </a:rPr>
                <a:t>(𝜃</a:t>
              </a:r>
              <a:r>
                <a:rPr lang="en-GB" sz="2000" i="0" dirty="0" err="1">
                  <a:latin typeface="Cambria Math" panose="02040503050406030204" pitchFamily="18" charset="0"/>
                </a:rPr>
                <a:t>_</a:t>
              </a:r>
              <a:r>
                <a:rPr lang="en-GB" sz="2000" b="0" i="0" dirty="0">
                  <a:latin typeface="Cambria Math" panose="02040503050406030204" pitchFamily="18" charset="0"/>
                </a:rPr>
                <a:t>1 )</a:t>
              </a:r>
              <a:endParaRPr lang="da-DK" sz="2000" dirty="0"/>
            </a:p>
          </dgm:t>
        </dgm:pt>
      </mc:Fallback>
    </mc:AlternateContent>
    <dgm:pt modelId="{E5AAB655-52CE-42C8-93AD-5F21CE4137FF}" type="parTrans" cxnId="{91291512-1AFD-4FA7-851B-FB6183D1F7C2}">
      <dgm:prSet/>
      <dgm:spPr/>
      <dgm:t>
        <a:bodyPr/>
        <a:lstStyle/>
        <a:p>
          <a:endParaRPr lang="da-DK"/>
        </a:p>
      </dgm:t>
    </dgm:pt>
    <dgm:pt modelId="{B4B0419F-F057-4310-92D5-327206377561}" type="sibTrans" cxnId="{91291512-1AFD-4FA7-851B-FB6183D1F7C2}">
      <dgm:prSet/>
      <dgm:spPr/>
      <dgm:t>
        <a:bodyPr/>
        <a:lstStyle/>
        <a:p>
          <a:endParaRPr lang="da-DK"/>
        </a:p>
      </dgm:t>
    </dgm:pt>
    <mc:AlternateContent xmlns:mc="http://schemas.openxmlformats.org/markup-compatibility/2006" xmlns:a14="http://schemas.microsoft.com/office/drawing/2010/main">
      <mc:Choice Requires="a14">
        <dgm:pt modelId="{548F9E95-A0C1-434F-AD60-1F48026FDB5E}">
          <dgm:prSet phldrT="[Text]" phldr="0" custT="1"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GB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i="1" dirty="0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GB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m:oMathPara>
              </a14:m>
              <a:endParaRPr lang="en-GB" sz="2000" b="0" dirty="0"/>
            </a:p>
          </dgm:t>
        </dgm:pt>
      </mc:Choice>
      <mc:Fallback xmlns="">
        <dgm:pt modelId="{548F9E95-A0C1-434F-AD60-1F48026FDB5E}">
          <dgm:prSet phldrT="[Text]" phldr="0" custT="1"/>
          <dgm:spPr/>
          <dgm:t>
            <a:bodyPr/>
            <a:lstStyle/>
            <a:p>
              <a:r>
                <a:rPr lang="en-GB" sz="2000" b="0" i="0" dirty="0">
                  <a:latin typeface="Cambria Math" panose="02040503050406030204" pitchFamily="18" charset="0"/>
                </a:rPr>
                <a:t>𝑝</a:t>
              </a:r>
              <a:r>
                <a:rPr lang="en-GB" sz="2000" i="0" dirty="0">
                  <a:latin typeface="Cambria Math" panose="02040503050406030204" pitchFamily="18" charset="0"/>
                </a:rPr>
                <a:t>(𝜃</a:t>
              </a:r>
              <a:r>
                <a:rPr lang="en-GB" sz="2000" i="0" dirty="0" err="1">
                  <a:latin typeface="Cambria Math" panose="02040503050406030204" pitchFamily="18" charset="0"/>
                </a:rPr>
                <a:t>_</a:t>
              </a:r>
              <a:r>
                <a:rPr lang="en-GB" sz="2000" b="0" i="0" dirty="0">
                  <a:latin typeface="Cambria Math" panose="02040503050406030204" pitchFamily="18" charset="0"/>
                </a:rPr>
                <a:t>2 )</a:t>
              </a:r>
              <a:endParaRPr lang="da-DK" sz="2000" i="0" dirty="0">
                <a:latin typeface="Cambria Math" panose="02040503050406030204" pitchFamily="18" charset="0"/>
              </a:endParaRPr>
            </a:p>
          </dgm:t>
        </dgm:pt>
      </mc:Fallback>
    </mc:AlternateContent>
    <dgm:pt modelId="{5AF1B299-C93A-42AF-8E4C-8884B9BBF496}" type="parTrans" cxnId="{FB12BA78-D975-4347-AE64-91A60BBB139F}">
      <dgm:prSet/>
      <dgm:spPr/>
      <dgm:t>
        <a:bodyPr/>
        <a:lstStyle/>
        <a:p>
          <a:endParaRPr lang="da-DK"/>
        </a:p>
      </dgm:t>
    </dgm:pt>
    <dgm:pt modelId="{E95A6C3E-D3FA-46ED-AC08-3CDB9941837A}" type="sibTrans" cxnId="{FB12BA78-D975-4347-AE64-91A60BBB139F}">
      <dgm:prSet/>
      <dgm:spPr/>
      <dgm:t>
        <a:bodyPr/>
        <a:lstStyle/>
        <a:p>
          <a:endParaRPr lang="da-DK"/>
        </a:p>
      </dgm:t>
    </dgm:pt>
    <mc:AlternateContent xmlns:mc="http://schemas.openxmlformats.org/markup-compatibility/2006" xmlns:a14="http://schemas.microsoft.com/office/drawing/2010/main">
      <mc:Choice Requires="a14">
        <dgm:pt modelId="{B574B800-D2E4-4388-9947-4292D85484C8}">
          <dgm:prSet phldrT="[Text]" phldr="0" custT="1"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GB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i="1" dirty="0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GB" sz="20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m:oMathPara>
              </a14:m>
              <a:endParaRPr lang="da-DK" sz="2000" dirty="0"/>
            </a:p>
          </dgm:t>
        </dgm:pt>
      </mc:Choice>
      <mc:Fallback xmlns="">
        <dgm:pt modelId="{B574B800-D2E4-4388-9947-4292D85484C8}">
          <dgm:prSet phldrT="[Text]" phldr="0" custT="1"/>
          <dgm:spPr/>
          <dgm:t>
            <a:bodyPr/>
            <a:lstStyle/>
            <a:p>
              <a:r>
                <a:rPr lang="en-GB" sz="2000" b="0" i="0" dirty="0">
                  <a:latin typeface="Cambria Math" panose="02040503050406030204" pitchFamily="18" charset="0"/>
                </a:rPr>
                <a:t>𝑝</a:t>
              </a:r>
              <a:r>
                <a:rPr lang="en-GB" sz="2000" i="0" dirty="0">
                  <a:latin typeface="Cambria Math" panose="02040503050406030204" pitchFamily="18" charset="0"/>
                </a:rPr>
                <a:t>(𝜃</a:t>
              </a:r>
              <a:r>
                <a:rPr lang="en-GB" sz="2000" i="0" dirty="0" err="1">
                  <a:latin typeface="Cambria Math" panose="02040503050406030204" pitchFamily="18" charset="0"/>
                </a:rPr>
                <a:t>_</a:t>
              </a:r>
              <a:r>
                <a:rPr lang="en-GB" sz="2000" b="0" i="0" dirty="0">
                  <a:latin typeface="Cambria Math" panose="02040503050406030204" pitchFamily="18" charset="0"/>
                </a:rPr>
                <a:t>3 )</a:t>
              </a:r>
              <a:endParaRPr lang="da-DK" sz="2000" dirty="0"/>
            </a:p>
          </dgm:t>
        </dgm:pt>
      </mc:Fallback>
    </mc:AlternateContent>
    <dgm:pt modelId="{53D78EDA-61DE-4D41-B61F-68C3691B7387}" type="parTrans" cxnId="{31AB85C2-392D-4383-9503-754AADB120B4}">
      <dgm:prSet/>
      <dgm:spPr/>
      <dgm:t>
        <a:bodyPr/>
        <a:lstStyle/>
        <a:p>
          <a:endParaRPr lang="da-DK"/>
        </a:p>
      </dgm:t>
    </dgm:pt>
    <dgm:pt modelId="{03438F62-A843-42CA-8E09-3F4F21DEBCBF}" type="sibTrans" cxnId="{31AB85C2-392D-4383-9503-754AADB120B4}">
      <dgm:prSet/>
      <dgm:spPr/>
      <dgm:t>
        <a:bodyPr/>
        <a:lstStyle/>
        <a:p>
          <a:endParaRPr lang="da-DK"/>
        </a:p>
      </dgm:t>
    </dgm:pt>
    <mc:AlternateContent xmlns:mc="http://schemas.openxmlformats.org/markup-compatibility/2006" xmlns:a14="http://schemas.microsoft.com/office/drawing/2010/main">
      <mc:Choice Requires="a14">
        <dgm:pt modelId="{6A00DF58-270D-49AE-A64F-2B8EF02B4981}">
          <dgm:prSet phldrT="[Text]" phldr="0"/>
          <dgm:spPr/>
          <dgm:t>
            <a:bodyPr/>
            <a:lstStyle/>
            <a:p>
              <a:r>
                <a:rPr lang="en-GB" b="0" dirty="0"/>
                <a:t>State </a:t>
              </a:r>
              <a14:m>
                <m:oMath xmlns:m="http://schemas.openxmlformats.org/officeDocument/2006/math">
                  <m:acc>
                    <m:accPr>
                      <m:chr m:val="̂"/>
                      <m:ctrlPr>
                        <a:rPr lang="en-GB" b="0" i="1" dirty="0" smtClean="0">
                          <a:latin typeface="Cambria Math" panose="02040503050406030204" pitchFamily="18" charset="0"/>
                        </a:rPr>
                      </m:ctrlPr>
                    </m:accPr>
                    <m:e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𝜌</m:t>
                      </m:r>
                    </m:e>
                  </m:acc>
                </m:oMath>
              </a14:m>
              <a:endParaRPr lang="da-DK" dirty="0"/>
            </a:p>
          </dgm:t>
        </dgm:pt>
      </mc:Choice>
      <mc:Fallback xmlns="">
        <dgm:pt modelId="{6A00DF58-270D-49AE-A64F-2B8EF02B4981}">
          <dgm:prSet phldrT="[Text]" phldr="0"/>
          <dgm:spPr/>
          <dgm:t>
            <a:bodyPr/>
            <a:lstStyle/>
            <a:p>
              <a:r>
                <a:rPr lang="en-GB" b="0" dirty="0"/>
                <a:t>State </a:t>
              </a:r>
              <a:r>
                <a:rPr lang="en-GB" b="0" i="0" dirty="0">
                  <a:latin typeface="Cambria Math" panose="02040503050406030204" pitchFamily="18" charset="0"/>
                </a:rPr>
                <a:t>𝜌 ̂</a:t>
              </a:r>
              <a:endParaRPr lang="da-DK" dirty="0"/>
            </a:p>
          </dgm:t>
        </dgm:pt>
      </mc:Fallback>
    </mc:AlternateContent>
    <dgm:pt modelId="{FA4EF695-5E09-4DAE-AB14-09C783BFE1F5}" type="parTrans" cxnId="{12DE7545-B9A7-42AA-AAA0-E7031A891620}">
      <dgm:prSet/>
      <dgm:spPr/>
      <dgm:t>
        <a:bodyPr/>
        <a:lstStyle/>
        <a:p>
          <a:endParaRPr lang="da-DK"/>
        </a:p>
      </dgm:t>
    </dgm:pt>
    <dgm:pt modelId="{C8F20156-3C10-42BC-AD61-7D41686AE992}" type="sibTrans" cxnId="{12DE7545-B9A7-42AA-AAA0-E7031A891620}">
      <dgm:prSet/>
      <dgm:spPr/>
      <dgm:t>
        <a:bodyPr/>
        <a:lstStyle/>
        <a:p>
          <a:endParaRPr lang="da-DK"/>
        </a:p>
      </dgm:t>
    </dgm:pt>
    <dgm:pt modelId="{001E2199-4060-455E-98E1-C94311963AC6}" type="pres">
      <dgm:prSet presAssocID="{FD5B5FD9-704D-4B35-B6F1-4B9E9159B28D}" presName="Name0" presStyleCnt="0">
        <dgm:presLayoutVars>
          <dgm:chMax val="4"/>
          <dgm:resizeHandles val="exact"/>
        </dgm:presLayoutVars>
      </dgm:prSet>
      <dgm:spPr/>
    </dgm:pt>
    <dgm:pt modelId="{FCF28944-28B6-447E-BDCB-B18392C2B154}" type="pres">
      <dgm:prSet presAssocID="{FD5B5FD9-704D-4B35-B6F1-4B9E9159B28D}" presName="ellipse" presStyleLbl="trBgShp" presStyleIdx="0" presStyleCnt="1"/>
      <dgm:spPr/>
    </dgm:pt>
    <dgm:pt modelId="{380AC2F3-0E93-433B-918A-6125464B8163}" type="pres">
      <dgm:prSet presAssocID="{FD5B5FD9-704D-4B35-B6F1-4B9E9159B28D}" presName="arrow1" presStyleLbl="fgShp" presStyleIdx="0" presStyleCnt="1"/>
      <dgm:spPr/>
    </dgm:pt>
    <dgm:pt modelId="{E0CBA7D5-59AE-495B-BA83-2740D4CA18BA}" type="pres">
      <dgm:prSet presAssocID="{FD5B5FD9-704D-4B35-B6F1-4B9E9159B28D}" presName="rectangle" presStyleLbl="revTx" presStyleIdx="0" presStyleCnt="1">
        <dgm:presLayoutVars>
          <dgm:bulletEnabled val="1"/>
        </dgm:presLayoutVars>
      </dgm:prSet>
      <dgm:spPr/>
    </dgm:pt>
    <dgm:pt modelId="{95E9FC6D-A5CE-46BC-8F12-10D29F64789E}" type="pres">
      <dgm:prSet presAssocID="{548F9E95-A0C1-434F-AD60-1F48026FDB5E}" presName="item1" presStyleLbl="node1" presStyleIdx="0" presStyleCnt="3">
        <dgm:presLayoutVars>
          <dgm:bulletEnabled val="1"/>
        </dgm:presLayoutVars>
      </dgm:prSet>
      <dgm:spPr/>
    </dgm:pt>
    <dgm:pt modelId="{0FB1A814-6E7A-4BF9-800D-3F097CF0929E}" type="pres">
      <dgm:prSet presAssocID="{B574B800-D2E4-4388-9947-4292D85484C8}" presName="item2" presStyleLbl="node1" presStyleIdx="1" presStyleCnt="3">
        <dgm:presLayoutVars>
          <dgm:bulletEnabled val="1"/>
        </dgm:presLayoutVars>
      </dgm:prSet>
      <dgm:spPr/>
    </dgm:pt>
    <dgm:pt modelId="{FDFA774D-066C-4F2A-A533-2ECD5786C4A2}" type="pres">
      <dgm:prSet presAssocID="{6A00DF58-270D-49AE-A64F-2B8EF02B4981}" presName="item3" presStyleLbl="node1" presStyleIdx="2" presStyleCnt="3">
        <dgm:presLayoutVars>
          <dgm:bulletEnabled val="1"/>
        </dgm:presLayoutVars>
      </dgm:prSet>
      <dgm:spPr/>
    </dgm:pt>
    <dgm:pt modelId="{F4DA5E90-E309-4945-89CB-A424B26CF7C1}" type="pres">
      <dgm:prSet presAssocID="{FD5B5FD9-704D-4B35-B6F1-4B9E9159B28D}" presName="funnel" presStyleLbl="trAlignAcc1" presStyleIdx="0" presStyleCnt="1"/>
      <dgm:spPr/>
    </dgm:pt>
  </dgm:ptLst>
  <dgm:cxnLst>
    <dgm:cxn modelId="{91291512-1AFD-4FA7-851B-FB6183D1F7C2}" srcId="{FD5B5FD9-704D-4B35-B6F1-4B9E9159B28D}" destId="{A50E1F2C-EF32-41BB-A4D7-93439C753508}" srcOrd="0" destOrd="0" parTransId="{E5AAB655-52CE-42C8-93AD-5F21CE4137FF}" sibTransId="{B4B0419F-F057-4310-92D5-327206377561}"/>
    <dgm:cxn modelId="{0E4E591C-5208-4570-864E-84C1FB5ECF01}" type="presOf" srcId="{548F9E95-A0C1-434F-AD60-1F48026FDB5E}" destId="{0FB1A814-6E7A-4BF9-800D-3F097CF0929E}" srcOrd="0" destOrd="0" presId="urn:microsoft.com/office/officeart/2005/8/layout/funnel1"/>
    <dgm:cxn modelId="{E041CD2B-2F0F-4771-97A3-511DD1BCB594}" type="presOf" srcId="{A50E1F2C-EF32-41BB-A4D7-93439C753508}" destId="{FDFA774D-066C-4F2A-A533-2ECD5786C4A2}" srcOrd="0" destOrd="0" presId="urn:microsoft.com/office/officeart/2005/8/layout/funnel1"/>
    <dgm:cxn modelId="{12DE7545-B9A7-42AA-AAA0-E7031A891620}" srcId="{FD5B5FD9-704D-4B35-B6F1-4B9E9159B28D}" destId="{6A00DF58-270D-49AE-A64F-2B8EF02B4981}" srcOrd="3" destOrd="0" parTransId="{FA4EF695-5E09-4DAE-AB14-09C783BFE1F5}" sibTransId="{C8F20156-3C10-42BC-AD61-7D41686AE992}"/>
    <dgm:cxn modelId="{6DB72F6B-24B9-4A64-B448-1B9FB2432214}" type="presOf" srcId="{6A00DF58-270D-49AE-A64F-2B8EF02B4981}" destId="{E0CBA7D5-59AE-495B-BA83-2740D4CA18BA}" srcOrd="0" destOrd="0" presId="urn:microsoft.com/office/officeart/2005/8/layout/funnel1"/>
    <dgm:cxn modelId="{43A06D77-4DD2-4A26-B88E-932046E540DA}" type="presOf" srcId="{B574B800-D2E4-4388-9947-4292D85484C8}" destId="{95E9FC6D-A5CE-46BC-8F12-10D29F64789E}" srcOrd="0" destOrd="0" presId="urn:microsoft.com/office/officeart/2005/8/layout/funnel1"/>
    <dgm:cxn modelId="{FB12BA78-D975-4347-AE64-91A60BBB139F}" srcId="{FD5B5FD9-704D-4B35-B6F1-4B9E9159B28D}" destId="{548F9E95-A0C1-434F-AD60-1F48026FDB5E}" srcOrd="1" destOrd="0" parTransId="{5AF1B299-C93A-42AF-8E4C-8884B9BBF496}" sibTransId="{E95A6C3E-D3FA-46ED-AC08-3CDB9941837A}"/>
    <dgm:cxn modelId="{6CF2E58E-FC1D-4834-B790-5FD2338A9FE2}" type="presOf" srcId="{FD5B5FD9-704D-4B35-B6F1-4B9E9159B28D}" destId="{001E2199-4060-455E-98E1-C94311963AC6}" srcOrd="0" destOrd="0" presId="urn:microsoft.com/office/officeart/2005/8/layout/funnel1"/>
    <dgm:cxn modelId="{31AB85C2-392D-4383-9503-754AADB120B4}" srcId="{FD5B5FD9-704D-4B35-B6F1-4B9E9159B28D}" destId="{B574B800-D2E4-4388-9947-4292D85484C8}" srcOrd="2" destOrd="0" parTransId="{53D78EDA-61DE-4D41-B61F-68C3691B7387}" sibTransId="{03438F62-A843-42CA-8E09-3F4F21DEBCBF}"/>
    <dgm:cxn modelId="{44749F60-6910-49EB-B8A3-F1D2E17777F6}" type="presParOf" srcId="{001E2199-4060-455E-98E1-C94311963AC6}" destId="{FCF28944-28B6-447E-BDCB-B18392C2B154}" srcOrd="0" destOrd="0" presId="urn:microsoft.com/office/officeart/2005/8/layout/funnel1"/>
    <dgm:cxn modelId="{43D2E486-E6D5-4AC0-AEEF-42BE5CD47E28}" type="presParOf" srcId="{001E2199-4060-455E-98E1-C94311963AC6}" destId="{380AC2F3-0E93-433B-918A-6125464B8163}" srcOrd="1" destOrd="0" presId="urn:microsoft.com/office/officeart/2005/8/layout/funnel1"/>
    <dgm:cxn modelId="{36B1C127-E461-4F19-9D74-10B6C2A3BA59}" type="presParOf" srcId="{001E2199-4060-455E-98E1-C94311963AC6}" destId="{E0CBA7D5-59AE-495B-BA83-2740D4CA18BA}" srcOrd="2" destOrd="0" presId="urn:microsoft.com/office/officeart/2005/8/layout/funnel1"/>
    <dgm:cxn modelId="{1CECC214-1011-4FC6-AF06-7F5BD77578E5}" type="presParOf" srcId="{001E2199-4060-455E-98E1-C94311963AC6}" destId="{95E9FC6D-A5CE-46BC-8F12-10D29F64789E}" srcOrd="3" destOrd="0" presId="urn:microsoft.com/office/officeart/2005/8/layout/funnel1"/>
    <dgm:cxn modelId="{0F8E740A-D56D-4685-B928-D5B964030789}" type="presParOf" srcId="{001E2199-4060-455E-98E1-C94311963AC6}" destId="{0FB1A814-6E7A-4BF9-800D-3F097CF0929E}" srcOrd="4" destOrd="0" presId="urn:microsoft.com/office/officeart/2005/8/layout/funnel1"/>
    <dgm:cxn modelId="{FE05C2CA-8670-401D-B059-36496C5B6E77}" type="presParOf" srcId="{001E2199-4060-455E-98E1-C94311963AC6}" destId="{FDFA774D-066C-4F2A-A533-2ECD5786C4A2}" srcOrd="5" destOrd="0" presId="urn:microsoft.com/office/officeart/2005/8/layout/funnel1"/>
    <dgm:cxn modelId="{679D2BDD-50D0-4157-A2C6-A97E6B4968B5}" type="presParOf" srcId="{001E2199-4060-455E-98E1-C94311963AC6}" destId="{F4DA5E90-E309-4945-89CB-A424B26CF7C1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D5B5FD9-704D-4B35-B6F1-4B9E9159B28D}" type="doc">
      <dgm:prSet loTypeId="urn:microsoft.com/office/officeart/2005/8/layout/funnel1" loCatId="process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da-DK"/>
        </a:p>
      </dgm:t>
    </dgm:pt>
    <dgm:pt modelId="{A50E1F2C-EF32-41BB-A4D7-93439C753508}">
      <dgm:prSet phldrT="[Text]" phldr="0" custT="1"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da-DK">
              <a:noFill/>
            </a:rPr>
            <a:t> </a:t>
          </a:r>
        </a:p>
      </dgm:t>
    </dgm:pt>
    <dgm:pt modelId="{E5AAB655-52CE-42C8-93AD-5F21CE4137FF}" type="parTrans" cxnId="{91291512-1AFD-4FA7-851B-FB6183D1F7C2}">
      <dgm:prSet/>
      <dgm:spPr/>
      <dgm:t>
        <a:bodyPr/>
        <a:lstStyle/>
        <a:p>
          <a:endParaRPr lang="da-DK"/>
        </a:p>
      </dgm:t>
    </dgm:pt>
    <dgm:pt modelId="{B4B0419F-F057-4310-92D5-327206377561}" type="sibTrans" cxnId="{91291512-1AFD-4FA7-851B-FB6183D1F7C2}">
      <dgm:prSet/>
      <dgm:spPr/>
      <dgm:t>
        <a:bodyPr/>
        <a:lstStyle/>
        <a:p>
          <a:endParaRPr lang="da-DK"/>
        </a:p>
      </dgm:t>
    </dgm:pt>
    <dgm:pt modelId="{548F9E95-A0C1-434F-AD60-1F48026FDB5E}">
      <dgm:prSet phldrT="[Text]" phldr="0" custT="1"/>
      <dgm:spPr>
        <a:blipFill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r>
            <a:rPr lang="da-DK">
              <a:noFill/>
            </a:rPr>
            <a:t> </a:t>
          </a:r>
        </a:p>
      </dgm:t>
    </dgm:pt>
    <dgm:pt modelId="{5AF1B299-C93A-42AF-8E4C-8884B9BBF496}" type="parTrans" cxnId="{FB12BA78-D975-4347-AE64-91A60BBB139F}">
      <dgm:prSet/>
      <dgm:spPr/>
      <dgm:t>
        <a:bodyPr/>
        <a:lstStyle/>
        <a:p>
          <a:endParaRPr lang="da-DK"/>
        </a:p>
      </dgm:t>
    </dgm:pt>
    <dgm:pt modelId="{E95A6C3E-D3FA-46ED-AC08-3CDB9941837A}" type="sibTrans" cxnId="{FB12BA78-D975-4347-AE64-91A60BBB139F}">
      <dgm:prSet/>
      <dgm:spPr/>
      <dgm:t>
        <a:bodyPr/>
        <a:lstStyle/>
        <a:p>
          <a:endParaRPr lang="da-DK"/>
        </a:p>
      </dgm:t>
    </dgm:pt>
    <dgm:pt modelId="{B574B800-D2E4-4388-9947-4292D85484C8}">
      <dgm:prSet phldrT="[Text]" phldr="0" custT="1"/>
      <dgm:spPr>
        <a:blipFill>
          <a:blip xmlns:r="http://schemas.openxmlformats.org/officeDocument/2006/relationships" r:embed="rId3"/>
          <a:stretch>
            <a:fillRect/>
          </a:stretch>
        </a:blipFill>
      </dgm:spPr>
      <dgm:t>
        <a:bodyPr/>
        <a:lstStyle/>
        <a:p>
          <a:r>
            <a:rPr lang="da-DK">
              <a:noFill/>
            </a:rPr>
            <a:t> </a:t>
          </a:r>
        </a:p>
      </dgm:t>
    </dgm:pt>
    <dgm:pt modelId="{53D78EDA-61DE-4D41-B61F-68C3691B7387}" type="parTrans" cxnId="{31AB85C2-392D-4383-9503-754AADB120B4}">
      <dgm:prSet/>
      <dgm:spPr/>
      <dgm:t>
        <a:bodyPr/>
        <a:lstStyle/>
        <a:p>
          <a:endParaRPr lang="da-DK"/>
        </a:p>
      </dgm:t>
    </dgm:pt>
    <dgm:pt modelId="{03438F62-A843-42CA-8E09-3F4F21DEBCBF}" type="sibTrans" cxnId="{31AB85C2-392D-4383-9503-754AADB120B4}">
      <dgm:prSet/>
      <dgm:spPr/>
      <dgm:t>
        <a:bodyPr/>
        <a:lstStyle/>
        <a:p>
          <a:endParaRPr lang="da-DK"/>
        </a:p>
      </dgm:t>
    </dgm:pt>
    <dgm:pt modelId="{6A00DF58-270D-49AE-A64F-2B8EF02B4981}">
      <dgm:prSet phldrT="[Text]" phldr="0"/>
      <dgm:spPr>
        <a:blipFill>
          <a:blip xmlns:r="http://schemas.openxmlformats.org/officeDocument/2006/relationships" r:embed="rId4"/>
          <a:stretch>
            <a:fillRect b="-1220"/>
          </a:stretch>
        </a:blipFill>
      </dgm:spPr>
      <dgm:t>
        <a:bodyPr/>
        <a:lstStyle/>
        <a:p>
          <a:r>
            <a:rPr lang="da-DK">
              <a:noFill/>
            </a:rPr>
            <a:t> </a:t>
          </a:r>
        </a:p>
      </dgm:t>
    </dgm:pt>
    <dgm:pt modelId="{FA4EF695-5E09-4DAE-AB14-09C783BFE1F5}" type="parTrans" cxnId="{12DE7545-B9A7-42AA-AAA0-E7031A891620}">
      <dgm:prSet/>
      <dgm:spPr/>
      <dgm:t>
        <a:bodyPr/>
        <a:lstStyle/>
        <a:p>
          <a:endParaRPr lang="da-DK"/>
        </a:p>
      </dgm:t>
    </dgm:pt>
    <dgm:pt modelId="{C8F20156-3C10-42BC-AD61-7D41686AE992}" type="sibTrans" cxnId="{12DE7545-B9A7-42AA-AAA0-E7031A891620}">
      <dgm:prSet/>
      <dgm:spPr/>
      <dgm:t>
        <a:bodyPr/>
        <a:lstStyle/>
        <a:p>
          <a:endParaRPr lang="da-DK"/>
        </a:p>
      </dgm:t>
    </dgm:pt>
    <dgm:pt modelId="{001E2199-4060-455E-98E1-C94311963AC6}" type="pres">
      <dgm:prSet presAssocID="{FD5B5FD9-704D-4B35-B6F1-4B9E9159B28D}" presName="Name0" presStyleCnt="0">
        <dgm:presLayoutVars>
          <dgm:chMax val="4"/>
          <dgm:resizeHandles val="exact"/>
        </dgm:presLayoutVars>
      </dgm:prSet>
      <dgm:spPr/>
    </dgm:pt>
    <dgm:pt modelId="{FCF28944-28B6-447E-BDCB-B18392C2B154}" type="pres">
      <dgm:prSet presAssocID="{FD5B5FD9-704D-4B35-B6F1-4B9E9159B28D}" presName="ellipse" presStyleLbl="trBgShp" presStyleIdx="0" presStyleCnt="1"/>
      <dgm:spPr/>
    </dgm:pt>
    <dgm:pt modelId="{380AC2F3-0E93-433B-918A-6125464B8163}" type="pres">
      <dgm:prSet presAssocID="{FD5B5FD9-704D-4B35-B6F1-4B9E9159B28D}" presName="arrow1" presStyleLbl="fgShp" presStyleIdx="0" presStyleCnt="1"/>
      <dgm:spPr/>
    </dgm:pt>
    <dgm:pt modelId="{E0CBA7D5-59AE-495B-BA83-2740D4CA18BA}" type="pres">
      <dgm:prSet presAssocID="{FD5B5FD9-704D-4B35-B6F1-4B9E9159B28D}" presName="rectangle" presStyleLbl="revTx" presStyleIdx="0" presStyleCnt="1">
        <dgm:presLayoutVars>
          <dgm:bulletEnabled val="1"/>
        </dgm:presLayoutVars>
      </dgm:prSet>
      <dgm:spPr/>
    </dgm:pt>
    <dgm:pt modelId="{95E9FC6D-A5CE-46BC-8F12-10D29F64789E}" type="pres">
      <dgm:prSet presAssocID="{548F9E95-A0C1-434F-AD60-1F48026FDB5E}" presName="item1" presStyleLbl="node1" presStyleIdx="0" presStyleCnt="3">
        <dgm:presLayoutVars>
          <dgm:bulletEnabled val="1"/>
        </dgm:presLayoutVars>
      </dgm:prSet>
      <dgm:spPr/>
    </dgm:pt>
    <dgm:pt modelId="{0FB1A814-6E7A-4BF9-800D-3F097CF0929E}" type="pres">
      <dgm:prSet presAssocID="{B574B800-D2E4-4388-9947-4292D85484C8}" presName="item2" presStyleLbl="node1" presStyleIdx="1" presStyleCnt="3">
        <dgm:presLayoutVars>
          <dgm:bulletEnabled val="1"/>
        </dgm:presLayoutVars>
      </dgm:prSet>
      <dgm:spPr/>
    </dgm:pt>
    <dgm:pt modelId="{FDFA774D-066C-4F2A-A533-2ECD5786C4A2}" type="pres">
      <dgm:prSet presAssocID="{6A00DF58-270D-49AE-A64F-2B8EF02B4981}" presName="item3" presStyleLbl="node1" presStyleIdx="2" presStyleCnt="3">
        <dgm:presLayoutVars>
          <dgm:bulletEnabled val="1"/>
        </dgm:presLayoutVars>
      </dgm:prSet>
      <dgm:spPr/>
    </dgm:pt>
    <dgm:pt modelId="{F4DA5E90-E309-4945-89CB-A424B26CF7C1}" type="pres">
      <dgm:prSet presAssocID="{FD5B5FD9-704D-4B35-B6F1-4B9E9159B28D}" presName="funnel" presStyleLbl="trAlignAcc1" presStyleIdx="0" presStyleCnt="1"/>
      <dgm:spPr/>
    </dgm:pt>
  </dgm:ptLst>
  <dgm:cxnLst>
    <dgm:cxn modelId="{91291512-1AFD-4FA7-851B-FB6183D1F7C2}" srcId="{FD5B5FD9-704D-4B35-B6F1-4B9E9159B28D}" destId="{A50E1F2C-EF32-41BB-A4D7-93439C753508}" srcOrd="0" destOrd="0" parTransId="{E5AAB655-52CE-42C8-93AD-5F21CE4137FF}" sibTransId="{B4B0419F-F057-4310-92D5-327206377561}"/>
    <dgm:cxn modelId="{0E4E591C-5208-4570-864E-84C1FB5ECF01}" type="presOf" srcId="{548F9E95-A0C1-434F-AD60-1F48026FDB5E}" destId="{0FB1A814-6E7A-4BF9-800D-3F097CF0929E}" srcOrd="0" destOrd="0" presId="urn:microsoft.com/office/officeart/2005/8/layout/funnel1"/>
    <dgm:cxn modelId="{E041CD2B-2F0F-4771-97A3-511DD1BCB594}" type="presOf" srcId="{A50E1F2C-EF32-41BB-A4D7-93439C753508}" destId="{FDFA774D-066C-4F2A-A533-2ECD5786C4A2}" srcOrd="0" destOrd="0" presId="urn:microsoft.com/office/officeart/2005/8/layout/funnel1"/>
    <dgm:cxn modelId="{12DE7545-B9A7-42AA-AAA0-E7031A891620}" srcId="{FD5B5FD9-704D-4B35-B6F1-4B9E9159B28D}" destId="{6A00DF58-270D-49AE-A64F-2B8EF02B4981}" srcOrd="3" destOrd="0" parTransId="{FA4EF695-5E09-4DAE-AB14-09C783BFE1F5}" sibTransId="{C8F20156-3C10-42BC-AD61-7D41686AE992}"/>
    <dgm:cxn modelId="{6DB72F6B-24B9-4A64-B448-1B9FB2432214}" type="presOf" srcId="{6A00DF58-270D-49AE-A64F-2B8EF02B4981}" destId="{E0CBA7D5-59AE-495B-BA83-2740D4CA18BA}" srcOrd="0" destOrd="0" presId="urn:microsoft.com/office/officeart/2005/8/layout/funnel1"/>
    <dgm:cxn modelId="{43A06D77-4DD2-4A26-B88E-932046E540DA}" type="presOf" srcId="{B574B800-D2E4-4388-9947-4292D85484C8}" destId="{95E9FC6D-A5CE-46BC-8F12-10D29F64789E}" srcOrd="0" destOrd="0" presId="urn:microsoft.com/office/officeart/2005/8/layout/funnel1"/>
    <dgm:cxn modelId="{FB12BA78-D975-4347-AE64-91A60BBB139F}" srcId="{FD5B5FD9-704D-4B35-B6F1-4B9E9159B28D}" destId="{548F9E95-A0C1-434F-AD60-1F48026FDB5E}" srcOrd="1" destOrd="0" parTransId="{5AF1B299-C93A-42AF-8E4C-8884B9BBF496}" sibTransId="{E95A6C3E-D3FA-46ED-AC08-3CDB9941837A}"/>
    <dgm:cxn modelId="{6CF2E58E-FC1D-4834-B790-5FD2338A9FE2}" type="presOf" srcId="{FD5B5FD9-704D-4B35-B6F1-4B9E9159B28D}" destId="{001E2199-4060-455E-98E1-C94311963AC6}" srcOrd="0" destOrd="0" presId="urn:microsoft.com/office/officeart/2005/8/layout/funnel1"/>
    <dgm:cxn modelId="{31AB85C2-392D-4383-9503-754AADB120B4}" srcId="{FD5B5FD9-704D-4B35-B6F1-4B9E9159B28D}" destId="{B574B800-D2E4-4388-9947-4292D85484C8}" srcOrd="2" destOrd="0" parTransId="{53D78EDA-61DE-4D41-B61F-68C3691B7387}" sibTransId="{03438F62-A843-42CA-8E09-3F4F21DEBCBF}"/>
    <dgm:cxn modelId="{44749F60-6910-49EB-B8A3-F1D2E17777F6}" type="presParOf" srcId="{001E2199-4060-455E-98E1-C94311963AC6}" destId="{FCF28944-28B6-447E-BDCB-B18392C2B154}" srcOrd="0" destOrd="0" presId="urn:microsoft.com/office/officeart/2005/8/layout/funnel1"/>
    <dgm:cxn modelId="{43D2E486-E6D5-4AC0-AEEF-42BE5CD47E28}" type="presParOf" srcId="{001E2199-4060-455E-98E1-C94311963AC6}" destId="{380AC2F3-0E93-433B-918A-6125464B8163}" srcOrd="1" destOrd="0" presId="urn:microsoft.com/office/officeart/2005/8/layout/funnel1"/>
    <dgm:cxn modelId="{36B1C127-E461-4F19-9D74-10B6C2A3BA59}" type="presParOf" srcId="{001E2199-4060-455E-98E1-C94311963AC6}" destId="{E0CBA7D5-59AE-495B-BA83-2740D4CA18BA}" srcOrd="2" destOrd="0" presId="urn:microsoft.com/office/officeart/2005/8/layout/funnel1"/>
    <dgm:cxn modelId="{1CECC214-1011-4FC6-AF06-7F5BD77578E5}" type="presParOf" srcId="{001E2199-4060-455E-98E1-C94311963AC6}" destId="{95E9FC6D-A5CE-46BC-8F12-10D29F64789E}" srcOrd="3" destOrd="0" presId="urn:microsoft.com/office/officeart/2005/8/layout/funnel1"/>
    <dgm:cxn modelId="{0F8E740A-D56D-4685-B928-D5B964030789}" type="presParOf" srcId="{001E2199-4060-455E-98E1-C94311963AC6}" destId="{0FB1A814-6E7A-4BF9-800D-3F097CF0929E}" srcOrd="4" destOrd="0" presId="urn:microsoft.com/office/officeart/2005/8/layout/funnel1"/>
    <dgm:cxn modelId="{FE05C2CA-8670-401D-B059-36496C5B6E77}" type="presParOf" srcId="{001E2199-4060-455E-98E1-C94311963AC6}" destId="{FDFA774D-066C-4F2A-A533-2ECD5786C4A2}" srcOrd="5" destOrd="0" presId="urn:microsoft.com/office/officeart/2005/8/layout/funnel1"/>
    <dgm:cxn modelId="{679D2BDD-50D0-4157-A2C6-A97E6B4968B5}" type="presParOf" srcId="{001E2199-4060-455E-98E1-C94311963AC6}" destId="{F4DA5E90-E309-4945-89CB-A424B26CF7C1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A8A070E-A2BF-419A-9E5F-F1380BE98BBF}" type="doc">
      <dgm:prSet loTypeId="urn:microsoft.com/office/officeart/2005/8/layout/hierarchy3" loCatId="hierarchy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da-DK"/>
        </a:p>
      </dgm:t>
    </dgm:pt>
    <dgm:pt modelId="{68375744-1C0C-476B-A3D7-50928361A10E}">
      <dgm:prSet custT="1"/>
      <dgm:spPr/>
      <dgm:t>
        <a:bodyPr/>
        <a:lstStyle/>
        <a:p>
          <a:r>
            <a:rPr lang="en-GB" sz="3600" dirty="0"/>
            <a:t>Idealized Quantum State Tomography</a:t>
          </a:r>
          <a:endParaRPr lang="da-DK" sz="3600" dirty="0"/>
        </a:p>
      </dgm:t>
    </dgm:pt>
    <dgm:pt modelId="{4695934F-BB7C-4B59-B903-A2FD76DBA080}" type="parTrans" cxnId="{08ACFABB-7A53-4276-864B-64F64A5B2BCC}">
      <dgm:prSet/>
      <dgm:spPr/>
      <dgm:t>
        <a:bodyPr/>
        <a:lstStyle/>
        <a:p>
          <a:endParaRPr lang="da-DK"/>
        </a:p>
      </dgm:t>
    </dgm:pt>
    <dgm:pt modelId="{36257D41-F0F9-40D3-AABC-65D970B708A2}" type="sibTrans" cxnId="{08ACFABB-7A53-4276-864B-64F64A5B2BCC}">
      <dgm:prSet/>
      <dgm:spPr/>
      <dgm:t>
        <a:bodyPr/>
        <a:lstStyle/>
        <a:p>
          <a:endParaRPr lang="da-DK"/>
        </a:p>
      </dgm:t>
    </dgm:pt>
    <dgm:pt modelId="{F64B13C7-39F7-4C83-A3EE-36B15566F4FB}">
      <dgm:prSet/>
      <dgm:spPr/>
      <dgm:t>
        <a:bodyPr/>
        <a:lstStyle/>
        <a:p>
          <a:r>
            <a:rPr lang="en-GB" dirty="0"/>
            <a:t>Measure homodyne samples at given angles</a:t>
          </a:r>
          <a:endParaRPr lang="da-DK" dirty="0"/>
        </a:p>
      </dgm:t>
    </dgm:pt>
    <dgm:pt modelId="{493E2D65-5C03-4517-BA5F-8E68812BF791}" type="parTrans" cxnId="{693223BE-5E72-41F9-8982-F5953B5975F9}">
      <dgm:prSet/>
      <dgm:spPr/>
      <dgm:t>
        <a:bodyPr/>
        <a:lstStyle/>
        <a:p>
          <a:endParaRPr lang="da-DK"/>
        </a:p>
      </dgm:t>
    </dgm:pt>
    <dgm:pt modelId="{5AA906E9-0B00-4E77-B838-EC63AC64110B}" type="sibTrans" cxnId="{693223BE-5E72-41F9-8982-F5953B5975F9}">
      <dgm:prSet/>
      <dgm:spPr/>
      <dgm:t>
        <a:bodyPr/>
        <a:lstStyle/>
        <a:p>
          <a:endParaRPr lang="da-DK"/>
        </a:p>
      </dgm:t>
    </dgm:pt>
    <dgm:pt modelId="{59A5D2EB-9FEA-432D-93CD-2DF77540E911}">
      <dgm:prSet/>
      <dgm:spPr/>
      <dgm:t>
        <a:bodyPr/>
        <a:lstStyle/>
        <a:p>
          <a:r>
            <a:rPr lang="en-GB" dirty="0"/>
            <a:t>From probability densities at different angles obtain quantum state</a:t>
          </a:r>
          <a:endParaRPr lang="da-DK" dirty="0"/>
        </a:p>
      </dgm:t>
    </dgm:pt>
    <dgm:pt modelId="{0DD14DB4-52F5-444E-8311-E4C1DF2A758F}" type="parTrans" cxnId="{17DFDA34-D0F5-4FD9-B2A2-D7ADEF6BF580}">
      <dgm:prSet/>
      <dgm:spPr/>
      <dgm:t>
        <a:bodyPr/>
        <a:lstStyle/>
        <a:p>
          <a:endParaRPr lang="da-DK"/>
        </a:p>
      </dgm:t>
    </dgm:pt>
    <dgm:pt modelId="{B833C85B-6167-42AA-AB57-57064642310B}" type="sibTrans" cxnId="{17DFDA34-D0F5-4FD9-B2A2-D7ADEF6BF580}">
      <dgm:prSet/>
      <dgm:spPr/>
      <dgm:t>
        <a:bodyPr/>
        <a:lstStyle/>
        <a:p>
          <a:endParaRPr lang="da-DK"/>
        </a:p>
      </dgm:t>
    </dgm:pt>
    <dgm:pt modelId="{B04B9093-19F9-4F90-A2A9-63CC313BB6D9}">
      <dgm:prSet/>
      <dgm:spPr/>
      <dgm:t>
        <a:bodyPr/>
        <a:lstStyle/>
        <a:p>
          <a:r>
            <a:rPr lang="en-GB" dirty="0"/>
            <a:t>From samples reconstruct probability density </a:t>
          </a:r>
          <a:endParaRPr lang="da-DK" dirty="0"/>
        </a:p>
      </dgm:t>
    </dgm:pt>
    <dgm:pt modelId="{9B054502-3CAF-4FF9-977C-94983BFED68F}" type="sibTrans" cxnId="{025F11DD-29F2-47ED-9F66-74CE4B077BBC}">
      <dgm:prSet/>
      <dgm:spPr/>
      <dgm:t>
        <a:bodyPr/>
        <a:lstStyle/>
        <a:p>
          <a:endParaRPr lang="da-DK"/>
        </a:p>
      </dgm:t>
    </dgm:pt>
    <dgm:pt modelId="{D1B86142-06DA-4427-8DCE-47833FB67E53}" type="parTrans" cxnId="{025F11DD-29F2-47ED-9F66-74CE4B077BBC}">
      <dgm:prSet/>
      <dgm:spPr/>
      <dgm:t>
        <a:bodyPr/>
        <a:lstStyle/>
        <a:p>
          <a:endParaRPr lang="da-DK"/>
        </a:p>
      </dgm:t>
    </dgm:pt>
    <dgm:pt modelId="{E2362465-C226-4FD4-8642-867F27CDA2F2}" type="pres">
      <dgm:prSet presAssocID="{9A8A070E-A2BF-419A-9E5F-F1380BE98BBF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CBB08E7-1D00-4F36-B840-17A5383F05AF}" type="pres">
      <dgm:prSet presAssocID="{68375744-1C0C-476B-A3D7-50928361A10E}" presName="root" presStyleCnt="0"/>
      <dgm:spPr/>
    </dgm:pt>
    <dgm:pt modelId="{F671E8DC-08E1-4A99-85BA-B43E4F5DD9D2}" type="pres">
      <dgm:prSet presAssocID="{68375744-1C0C-476B-A3D7-50928361A10E}" presName="rootComposite" presStyleCnt="0"/>
      <dgm:spPr/>
    </dgm:pt>
    <dgm:pt modelId="{C284B18C-1724-4592-84EB-9ABF7095C3A1}" type="pres">
      <dgm:prSet presAssocID="{68375744-1C0C-476B-A3D7-50928361A10E}" presName="rootText" presStyleLbl="node1" presStyleIdx="0" presStyleCnt="1" custScaleX="364457" custScaleY="85596"/>
      <dgm:spPr/>
    </dgm:pt>
    <dgm:pt modelId="{3F523394-C820-4A98-BB36-87A81154D2D5}" type="pres">
      <dgm:prSet presAssocID="{68375744-1C0C-476B-A3D7-50928361A10E}" presName="rootConnector" presStyleLbl="node1" presStyleIdx="0" presStyleCnt="1"/>
      <dgm:spPr/>
    </dgm:pt>
    <dgm:pt modelId="{A6381BDC-F3A0-4F39-B102-EA826D805BAF}" type="pres">
      <dgm:prSet presAssocID="{68375744-1C0C-476B-A3D7-50928361A10E}" presName="childShape" presStyleCnt="0"/>
      <dgm:spPr/>
    </dgm:pt>
    <dgm:pt modelId="{4FAC5026-61F9-434C-93D9-C5D8A68E339B}" type="pres">
      <dgm:prSet presAssocID="{493E2D65-5C03-4517-BA5F-8E68812BF791}" presName="Name13" presStyleLbl="parChTrans1D2" presStyleIdx="0" presStyleCnt="3"/>
      <dgm:spPr/>
    </dgm:pt>
    <dgm:pt modelId="{51636A1D-39CD-4824-87CD-FEDC2FA18720}" type="pres">
      <dgm:prSet presAssocID="{F64B13C7-39F7-4C83-A3EE-36B15566F4FB}" presName="childText" presStyleLbl="bgAcc1" presStyleIdx="0" presStyleCnt="3" custScaleX="154604">
        <dgm:presLayoutVars>
          <dgm:bulletEnabled val="1"/>
        </dgm:presLayoutVars>
      </dgm:prSet>
      <dgm:spPr/>
    </dgm:pt>
    <dgm:pt modelId="{6773A45C-AE2B-4E09-8506-37496E7B8BCA}" type="pres">
      <dgm:prSet presAssocID="{D1B86142-06DA-4427-8DCE-47833FB67E53}" presName="Name13" presStyleLbl="parChTrans1D2" presStyleIdx="1" presStyleCnt="3"/>
      <dgm:spPr/>
    </dgm:pt>
    <dgm:pt modelId="{CFD176BA-16C5-4F28-BBD9-02CF4BA28DB0}" type="pres">
      <dgm:prSet presAssocID="{B04B9093-19F9-4F90-A2A9-63CC313BB6D9}" presName="childText" presStyleLbl="bgAcc1" presStyleIdx="1" presStyleCnt="3" custScaleX="153911">
        <dgm:presLayoutVars>
          <dgm:bulletEnabled val="1"/>
        </dgm:presLayoutVars>
      </dgm:prSet>
      <dgm:spPr/>
    </dgm:pt>
    <dgm:pt modelId="{26C8F397-06D2-4FE4-87FC-38CB03248D62}" type="pres">
      <dgm:prSet presAssocID="{0DD14DB4-52F5-444E-8311-E4C1DF2A758F}" presName="Name13" presStyleLbl="parChTrans1D2" presStyleIdx="2" presStyleCnt="3"/>
      <dgm:spPr/>
    </dgm:pt>
    <dgm:pt modelId="{29907096-8DBC-4939-8AA7-554D057E49EA}" type="pres">
      <dgm:prSet presAssocID="{59A5D2EB-9FEA-432D-93CD-2DF77540E911}" presName="childText" presStyleLbl="bgAcc1" presStyleIdx="2" presStyleCnt="3" custScaleX="153911">
        <dgm:presLayoutVars>
          <dgm:bulletEnabled val="1"/>
        </dgm:presLayoutVars>
      </dgm:prSet>
      <dgm:spPr/>
    </dgm:pt>
  </dgm:ptLst>
  <dgm:cxnLst>
    <dgm:cxn modelId="{F9F2EE10-07CE-465B-9474-316D16550577}" type="presOf" srcId="{0DD14DB4-52F5-444E-8311-E4C1DF2A758F}" destId="{26C8F397-06D2-4FE4-87FC-38CB03248D62}" srcOrd="0" destOrd="0" presId="urn:microsoft.com/office/officeart/2005/8/layout/hierarchy3"/>
    <dgm:cxn modelId="{CF2D0F1E-21F1-424D-AF3A-5218EE2F2A6A}" type="presOf" srcId="{68375744-1C0C-476B-A3D7-50928361A10E}" destId="{C284B18C-1724-4592-84EB-9ABF7095C3A1}" srcOrd="0" destOrd="0" presId="urn:microsoft.com/office/officeart/2005/8/layout/hierarchy3"/>
    <dgm:cxn modelId="{EB51AA23-7817-4DC8-BECF-0AE640727F62}" type="presOf" srcId="{493E2D65-5C03-4517-BA5F-8E68812BF791}" destId="{4FAC5026-61F9-434C-93D9-C5D8A68E339B}" srcOrd="0" destOrd="0" presId="urn:microsoft.com/office/officeart/2005/8/layout/hierarchy3"/>
    <dgm:cxn modelId="{BB8C8325-8551-4D60-8C02-1421823F5432}" type="presOf" srcId="{F64B13C7-39F7-4C83-A3EE-36B15566F4FB}" destId="{51636A1D-39CD-4824-87CD-FEDC2FA18720}" srcOrd="0" destOrd="0" presId="urn:microsoft.com/office/officeart/2005/8/layout/hierarchy3"/>
    <dgm:cxn modelId="{17DFDA34-D0F5-4FD9-B2A2-D7ADEF6BF580}" srcId="{68375744-1C0C-476B-A3D7-50928361A10E}" destId="{59A5D2EB-9FEA-432D-93CD-2DF77540E911}" srcOrd="2" destOrd="0" parTransId="{0DD14DB4-52F5-444E-8311-E4C1DF2A758F}" sibTransId="{B833C85B-6167-42AA-AB57-57064642310B}"/>
    <dgm:cxn modelId="{4CADD235-65B3-42F6-B980-73A1CE3E01A3}" type="presOf" srcId="{9A8A070E-A2BF-419A-9E5F-F1380BE98BBF}" destId="{E2362465-C226-4FD4-8642-867F27CDA2F2}" srcOrd="0" destOrd="0" presId="urn:microsoft.com/office/officeart/2005/8/layout/hierarchy3"/>
    <dgm:cxn modelId="{95F9AA37-EEB7-4ECE-A68C-8416BA3D02E7}" type="presOf" srcId="{D1B86142-06DA-4427-8DCE-47833FB67E53}" destId="{6773A45C-AE2B-4E09-8506-37496E7B8BCA}" srcOrd="0" destOrd="0" presId="urn:microsoft.com/office/officeart/2005/8/layout/hierarchy3"/>
    <dgm:cxn modelId="{8D07875E-605E-496A-B687-A50FE36F24BE}" type="presOf" srcId="{B04B9093-19F9-4F90-A2A9-63CC313BB6D9}" destId="{CFD176BA-16C5-4F28-BBD9-02CF4BA28DB0}" srcOrd="0" destOrd="0" presId="urn:microsoft.com/office/officeart/2005/8/layout/hierarchy3"/>
    <dgm:cxn modelId="{FF34AD65-2146-40C0-B709-CDDB6A2CC2E8}" type="presOf" srcId="{68375744-1C0C-476B-A3D7-50928361A10E}" destId="{3F523394-C820-4A98-BB36-87A81154D2D5}" srcOrd="1" destOrd="0" presId="urn:microsoft.com/office/officeart/2005/8/layout/hierarchy3"/>
    <dgm:cxn modelId="{08ACFABB-7A53-4276-864B-64F64A5B2BCC}" srcId="{9A8A070E-A2BF-419A-9E5F-F1380BE98BBF}" destId="{68375744-1C0C-476B-A3D7-50928361A10E}" srcOrd="0" destOrd="0" parTransId="{4695934F-BB7C-4B59-B903-A2FD76DBA080}" sibTransId="{36257D41-F0F9-40D3-AABC-65D970B708A2}"/>
    <dgm:cxn modelId="{693223BE-5E72-41F9-8982-F5953B5975F9}" srcId="{68375744-1C0C-476B-A3D7-50928361A10E}" destId="{F64B13C7-39F7-4C83-A3EE-36B15566F4FB}" srcOrd="0" destOrd="0" parTransId="{493E2D65-5C03-4517-BA5F-8E68812BF791}" sibTransId="{5AA906E9-0B00-4E77-B838-EC63AC64110B}"/>
    <dgm:cxn modelId="{025F11DD-29F2-47ED-9F66-74CE4B077BBC}" srcId="{68375744-1C0C-476B-A3D7-50928361A10E}" destId="{B04B9093-19F9-4F90-A2A9-63CC313BB6D9}" srcOrd="1" destOrd="0" parTransId="{D1B86142-06DA-4427-8DCE-47833FB67E53}" sibTransId="{9B054502-3CAF-4FF9-977C-94983BFED68F}"/>
    <dgm:cxn modelId="{36A933FB-1928-4661-B5BD-B1A254242AA1}" type="presOf" srcId="{59A5D2EB-9FEA-432D-93CD-2DF77540E911}" destId="{29907096-8DBC-4939-8AA7-554D057E49EA}" srcOrd="0" destOrd="0" presId="urn:microsoft.com/office/officeart/2005/8/layout/hierarchy3"/>
    <dgm:cxn modelId="{012DB351-E636-44B1-9BB2-6A99F92674E4}" type="presParOf" srcId="{E2362465-C226-4FD4-8642-867F27CDA2F2}" destId="{DCBB08E7-1D00-4F36-B840-17A5383F05AF}" srcOrd="0" destOrd="0" presId="urn:microsoft.com/office/officeart/2005/8/layout/hierarchy3"/>
    <dgm:cxn modelId="{8EE6A416-A0D1-4D8D-93C2-3F7CE6D04DC0}" type="presParOf" srcId="{DCBB08E7-1D00-4F36-B840-17A5383F05AF}" destId="{F671E8DC-08E1-4A99-85BA-B43E4F5DD9D2}" srcOrd="0" destOrd="0" presId="urn:microsoft.com/office/officeart/2005/8/layout/hierarchy3"/>
    <dgm:cxn modelId="{D365EBFD-2BB2-4D25-A4BB-11D8C4B474BF}" type="presParOf" srcId="{F671E8DC-08E1-4A99-85BA-B43E4F5DD9D2}" destId="{C284B18C-1724-4592-84EB-9ABF7095C3A1}" srcOrd="0" destOrd="0" presId="urn:microsoft.com/office/officeart/2005/8/layout/hierarchy3"/>
    <dgm:cxn modelId="{3C9EF569-6564-4E20-BD3D-268633EBC2C6}" type="presParOf" srcId="{F671E8DC-08E1-4A99-85BA-B43E4F5DD9D2}" destId="{3F523394-C820-4A98-BB36-87A81154D2D5}" srcOrd="1" destOrd="0" presId="urn:microsoft.com/office/officeart/2005/8/layout/hierarchy3"/>
    <dgm:cxn modelId="{E4211135-F85F-462A-8E64-20A4388129B6}" type="presParOf" srcId="{DCBB08E7-1D00-4F36-B840-17A5383F05AF}" destId="{A6381BDC-F3A0-4F39-B102-EA826D805BAF}" srcOrd="1" destOrd="0" presId="urn:microsoft.com/office/officeart/2005/8/layout/hierarchy3"/>
    <dgm:cxn modelId="{1D3CED6D-4484-40EF-9AE0-FCBF8FFDD946}" type="presParOf" srcId="{A6381BDC-F3A0-4F39-B102-EA826D805BAF}" destId="{4FAC5026-61F9-434C-93D9-C5D8A68E339B}" srcOrd="0" destOrd="0" presId="urn:microsoft.com/office/officeart/2005/8/layout/hierarchy3"/>
    <dgm:cxn modelId="{A7B6D5F1-E596-48A3-B70B-4FADE0CC1FF3}" type="presParOf" srcId="{A6381BDC-F3A0-4F39-B102-EA826D805BAF}" destId="{51636A1D-39CD-4824-87CD-FEDC2FA18720}" srcOrd="1" destOrd="0" presId="urn:microsoft.com/office/officeart/2005/8/layout/hierarchy3"/>
    <dgm:cxn modelId="{3B6C773F-128D-4829-B6C5-DD03D3EA9BF0}" type="presParOf" srcId="{A6381BDC-F3A0-4F39-B102-EA826D805BAF}" destId="{6773A45C-AE2B-4E09-8506-37496E7B8BCA}" srcOrd="2" destOrd="0" presId="urn:microsoft.com/office/officeart/2005/8/layout/hierarchy3"/>
    <dgm:cxn modelId="{08BA78BA-6543-43FA-9305-E5C445A268AA}" type="presParOf" srcId="{A6381BDC-F3A0-4F39-B102-EA826D805BAF}" destId="{CFD176BA-16C5-4F28-BBD9-02CF4BA28DB0}" srcOrd="3" destOrd="0" presId="urn:microsoft.com/office/officeart/2005/8/layout/hierarchy3"/>
    <dgm:cxn modelId="{C3FE0860-4CE5-42CD-98CE-7312673BB556}" type="presParOf" srcId="{A6381BDC-F3A0-4F39-B102-EA826D805BAF}" destId="{26C8F397-06D2-4FE4-87FC-38CB03248D62}" srcOrd="4" destOrd="0" presId="urn:microsoft.com/office/officeart/2005/8/layout/hierarchy3"/>
    <dgm:cxn modelId="{1BA2F0E0-D907-47C4-954E-B1272C0EFBFE}" type="presParOf" srcId="{A6381BDC-F3A0-4F39-B102-EA826D805BAF}" destId="{29907096-8DBC-4939-8AA7-554D057E49EA}" srcOrd="5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15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4563B54-CA7A-43AD-8517-A211871D1887}" type="doc">
      <dgm:prSet loTypeId="urn:microsoft.com/office/officeart/2009/3/layout/RandomtoResultProcess" loCatId="process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da-DK"/>
        </a:p>
      </dgm:t>
    </dgm:pt>
    <mc:AlternateContent xmlns:mc="http://schemas.openxmlformats.org/markup-compatibility/2006" xmlns:a14="http://schemas.microsoft.com/office/drawing/2010/main">
      <mc:Choice Requires="a14">
        <dgm:pt modelId="{D1774556-0D51-4634-8BCE-0867D7DE9DA3}">
          <dgm:prSet phldrT="[Text]" phldr="0" custT="1"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>
                    <m:sSub>
                      <m:sSubPr>
                        <m:ctrlPr>
                          <a:rPr lang="en-GB" sz="1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GB" sz="16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GB" sz="1600" i="0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GB" sz="1600" i="0" dirty="0" smtClean="0">
                                    <a:latin typeface="Cambria Math" panose="02040503050406030204" pitchFamily="18" charset="0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GB" sz="1600" b="0" i="0" dirty="0" smtClean="0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GB" sz="1600" b="0" i="0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GB" sz="1600" b="0" i="0" dirty="0" smtClean="0">
                                        <a:latin typeface="Cambria Math" panose="02040503050406030204" pitchFamily="18" charset="0"/>
                                      </a:rPr>
                                      <m:t>θ</m:t>
                                    </m:r>
                                  </m:e>
                                </m:d>
                              </m:sup>
                            </m:sSubSup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GB" sz="1600" b="0" i="0" dirty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m:oMathPara>
              </a14:m>
              <a:endParaRPr lang="en-GB" sz="1600" b="0" dirty="0"/>
            </a:p>
          </dgm:t>
        </dgm:pt>
      </mc:Choice>
      <mc:Fallback xmlns="">
        <dgm:pt modelId="{D1774556-0D51-4634-8BCE-0867D7DE9DA3}">
          <dgm:prSet phldrT="[Text]" phldr="0" custT="1"/>
          <dgm:spPr/>
          <dgm:t>
            <a:bodyPr/>
            <a:lstStyle/>
            <a:p>
              <a:r>
                <a:rPr lang="en-GB" sz="1600" b="0" i="0" dirty="0">
                  <a:latin typeface="Cambria Math" panose="02040503050406030204" pitchFamily="18" charset="0"/>
                </a:rPr>
                <a:t>{</a:t>
              </a:r>
              <a:r>
                <a:rPr lang="en-GB" sz="1600" i="0" dirty="0">
                  <a:latin typeface="Cambria Math" panose="02040503050406030204" pitchFamily="18" charset="0"/>
                </a:rPr>
                <a:t>q</a:t>
              </a:r>
              <a:r>
                <a:rPr lang="en-GB" sz="1600" b="0" i="0" dirty="0">
                  <a:latin typeface="Cambria Math" panose="02040503050406030204" pitchFamily="18" charset="0"/>
                </a:rPr>
                <a:t>_i^((θ) ) }_i</a:t>
              </a:r>
              <a14:m xmlns:a14="http://schemas.microsoft.com/office/drawing/2010/main"/>
            </a:p>
          </dgm:t>
        </dgm:pt>
      </mc:Fallback>
    </mc:AlternateContent>
    <dgm:pt modelId="{3368B526-8AB5-47D7-91A7-BBC12020EA36}" type="parTrans" cxnId="{B35F3793-6AD0-449D-B56F-6CAF13C24F0F}">
      <dgm:prSet/>
      <dgm:spPr/>
      <dgm:t>
        <a:bodyPr/>
        <a:lstStyle/>
        <a:p>
          <a:endParaRPr lang="da-DK"/>
        </a:p>
      </dgm:t>
    </dgm:pt>
    <dgm:pt modelId="{9562A225-A078-48B9-964E-61F02061DB97}" type="sibTrans" cxnId="{B35F3793-6AD0-449D-B56F-6CAF13C24F0F}">
      <dgm:prSet/>
      <dgm:spPr/>
      <dgm:t>
        <a:bodyPr/>
        <a:lstStyle/>
        <a:p>
          <a:endParaRPr lang="da-DK"/>
        </a:p>
      </dgm:t>
    </dgm:pt>
    <dgm:pt modelId="{A0C50963-6AC1-4EE5-9F68-C862060F7D6B}">
      <dgm:prSet phldrT="[Text]" phldr="0"/>
      <dgm:spPr/>
      <dgm:t>
        <a:bodyPr/>
        <a:lstStyle/>
        <a:p>
          <a:r>
            <a:rPr lang="en-GB" dirty="0"/>
            <a:t>Samples</a:t>
          </a:r>
          <a:endParaRPr lang="da-DK" dirty="0"/>
        </a:p>
      </dgm:t>
    </dgm:pt>
    <dgm:pt modelId="{101F5722-5364-45C1-9404-A56BA47D7964}" type="parTrans" cxnId="{790C0CC8-920E-455E-838B-B594BCA2F79A}">
      <dgm:prSet/>
      <dgm:spPr/>
      <dgm:t>
        <a:bodyPr/>
        <a:lstStyle/>
        <a:p>
          <a:endParaRPr lang="da-DK"/>
        </a:p>
      </dgm:t>
    </dgm:pt>
    <dgm:pt modelId="{AEE5660B-65A1-419A-8E61-5F1881F81C67}" type="sibTrans" cxnId="{790C0CC8-920E-455E-838B-B594BCA2F79A}">
      <dgm:prSet/>
      <dgm:spPr/>
      <dgm:t>
        <a:bodyPr/>
        <a:lstStyle/>
        <a:p>
          <a:endParaRPr lang="da-DK"/>
        </a:p>
      </dgm:t>
    </dgm:pt>
    <mc:AlternateContent xmlns:mc="http://schemas.openxmlformats.org/markup-compatibility/2006" xmlns:a14="http://schemas.microsoft.com/office/drawing/2010/main">
      <mc:Choice Requires="a14">
        <dgm:pt modelId="{0211EF71-4077-4AEF-BC59-EB742FB00DF0}">
          <dgm:prSet phldrT="[Text]" custT="1"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GB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m:oMathPara>
              </a14:m>
              <a:endParaRPr lang="da-DK" sz="2000" dirty="0"/>
            </a:p>
          </dgm:t>
        </dgm:pt>
      </mc:Choice>
      <mc:Fallback xmlns="">
        <dgm:pt modelId="{0211EF71-4077-4AEF-BC59-EB742FB00DF0}">
          <dgm:prSet phldrT="[Text]" custT="1"/>
          <dgm:spPr/>
          <dgm:t>
            <a:bodyPr/>
            <a:lstStyle/>
            <a:p>
              <a:r>
                <a:rPr lang="en-GB" sz="2000" b="0" i="0" dirty="0">
                  <a:latin typeface="Cambria Math" panose="02040503050406030204" pitchFamily="18" charset="0"/>
                </a:rPr>
                <a:t>𝑝</a:t>
              </a:r>
              <a:r>
                <a:rPr lang="en-GB" sz="2000" i="0" dirty="0" err="1">
                  <a:latin typeface="Cambria Math" panose="02040503050406030204" pitchFamily="18" charset="0"/>
                </a:rPr>
                <a:t>(</a:t>
              </a:r>
              <a:r>
                <a:rPr lang="en-GB" sz="2000" i="0" dirty="0">
                  <a:latin typeface="Cambria Math" panose="02040503050406030204" pitchFamily="18" charset="0"/>
                </a:rPr>
                <a:t>𝜃</a:t>
              </a:r>
              <a:r>
                <a:rPr lang="en-GB" sz="2000" b="0" i="0" dirty="0">
                  <a:latin typeface="Cambria Math" panose="02040503050406030204" pitchFamily="18" charset="0"/>
                </a:rPr>
                <a:t>)</a:t>
              </a:r>
              <a:endParaRPr lang="da-DK" sz="2000" dirty="0"/>
            </a:p>
          </dgm:t>
        </dgm:pt>
      </mc:Fallback>
    </mc:AlternateContent>
    <dgm:pt modelId="{7732D8FC-8BEC-4FA7-9757-30B9783B2FE3}" type="parTrans" cxnId="{6FADFA36-8599-4999-9A51-B642134954AC}">
      <dgm:prSet/>
      <dgm:spPr/>
      <dgm:t>
        <a:bodyPr/>
        <a:lstStyle/>
        <a:p>
          <a:endParaRPr lang="da-DK"/>
        </a:p>
      </dgm:t>
    </dgm:pt>
    <dgm:pt modelId="{858A363E-A6B8-44FE-B43B-4D2D4EBC7DB7}" type="sibTrans" cxnId="{6FADFA36-8599-4999-9A51-B642134954AC}">
      <dgm:prSet/>
      <dgm:spPr/>
      <dgm:t>
        <a:bodyPr/>
        <a:lstStyle/>
        <a:p>
          <a:endParaRPr lang="da-DK"/>
        </a:p>
      </dgm:t>
    </dgm:pt>
    <dgm:pt modelId="{A0C8DD79-50A1-40EA-B9D6-DE2B45005110}">
      <dgm:prSet phldrT="[Text]" phldr="0"/>
      <dgm:spPr/>
      <dgm:t>
        <a:bodyPr/>
        <a:lstStyle/>
        <a:p>
          <a:r>
            <a:rPr lang="en-GB" dirty="0"/>
            <a:t>Probability Density</a:t>
          </a:r>
          <a:endParaRPr lang="da-DK" dirty="0"/>
        </a:p>
      </dgm:t>
    </dgm:pt>
    <dgm:pt modelId="{0D8C9C8D-DBA0-48CC-AD6E-0187B9FC30E8}" type="parTrans" cxnId="{F1DC8631-D24F-4999-8209-E1F461F2B085}">
      <dgm:prSet/>
      <dgm:spPr/>
      <dgm:t>
        <a:bodyPr/>
        <a:lstStyle/>
        <a:p>
          <a:endParaRPr lang="da-DK"/>
        </a:p>
      </dgm:t>
    </dgm:pt>
    <dgm:pt modelId="{0914C476-C07E-4C9A-B8F7-3281E28AC281}" type="sibTrans" cxnId="{F1DC8631-D24F-4999-8209-E1F461F2B085}">
      <dgm:prSet/>
      <dgm:spPr/>
      <dgm:t>
        <a:bodyPr/>
        <a:lstStyle/>
        <a:p>
          <a:endParaRPr lang="da-DK"/>
        </a:p>
      </dgm:t>
    </dgm:pt>
    <dgm:pt modelId="{F255154D-62D8-48B3-804E-DE938EFB6711}" type="pres">
      <dgm:prSet presAssocID="{64563B54-CA7A-43AD-8517-A211871D1887}" presName="Name0" presStyleCnt="0">
        <dgm:presLayoutVars>
          <dgm:dir/>
          <dgm:animOne val="branch"/>
          <dgm:animLvl val="lvl"/>
        </dgm:presLayoutVars>
      </dgm:prSet>
      <dgm:spPr/>
    </dgm:pt>
    <dgm:pt modelId="{F25372CA-B762-40F3-98A5-C24C50FABF29}" type="pres">
      <dgm:prSet presAssocID="{D1774556-0D51-4634-8BCE-0867D7DE9DA3}" presName="chaos" presStyleCnt="0"/>
      <dgm:spPr/>
    </dgm:pt>
    <dgm:pt modelId="{CD7C85E1-8729-4A35-AF96-2C5946AF5A4A}" type="pres">
      <dgm:prSet presAssocID="{D1774556-0D51-4634-8BCE-0867D7DE9DA3}" presName="parTx1" presStyleLbl="revTx" presStyleIdx="0" presStyleCnt="3" custLinFactNeighborX="2398" custLinFactNeighborY="24647"/>
      <dgm:spPr/>
    </dgm:pt>
    <dgm:pt modelId="{DE96F859-68D9-448F-8B86-63106686D674}" type="pres">
      <dgm:prSet presAssocID="{D1774556-0D51-4634-8BCE-0867D7DE9DA3}" presName="desTx1" presStyleLbl="revTx" presStyleIdx="1" presStyleCnt="3">
        <dgm:presLayoutVars>
          <dgm:bulletEnabled val="1"/>
        </dgm:presLayoutVars>
      </dgm:prSet>
      <dgm:spPr/>
    </dgm:pt>
    <dgm:pt modelId="{2B336134-D19B-44A8-ABC4-36E5126A2A3E}" type="pres">
      <dgm:prSet presAssocID="{D1774556-0D51-4634-8BCE-0867D7DE9DA3}" presName="c1" presStyleLbl="node1" presStyleIdx="0" presStyleCnt="19"/>
      <dgm:spPr/>
    </dgm:pt>
    <dgm:pt modelId="{269E52B1-5542-4329-9D4C-EB9979BCDFEE}" type="pres">
      <dgm:prSet presAssocID="{D1774556-0D51-4634-8BCE-0867D7DE9DA3}" presName="c2" presStyleLbl="node1" presStyleIdx="1" presStyleCnt="19"/>
      <dgm:spPr/>
    </dgm:pt>
    <dgm:pt modelId="{15A7C484-09B1-4BDE-B6B6-64D5F1A205F1}" type="pres">
      <dgm:prSet presAssocID="{D1774556-0D51-4634-8BCE-0867D7DE9DA3}" presName="c3" presStyleLbl="node1" presStyleIdx="2" presStyleCnt="19"/>
      <dgm:spPr/>
    </dgm:pt>
    <dgm:pt modelId="{706C339B-4150-484E-9555-B6EC68C70F78}" type="pres">
      <dgm:prSet presAssocID="{D1774556-0D51-4634-8BCE-0867D7DE9DA3}" presName="c4" presStyleLbl="node1" presStyleIdx="3" presStyleCnt="19"/>
      <dgm:spPr/>
    </dgm:pt>
    <dgm:pt modelId="{E22035EF-E285-44C3-916F-21421F6DCE38}" type="pres">
      <dgm:prSet presAssocID="{D1774556-0D51-4634-8BCE-0867D7DE9DA3}" presName="c5" presStyleLbl="node1" presStyleIdx="4" presStyleCnt="19"/>
      <dgm:spPr/>
    </dgm:pt>
    <dgm:pt modelId="{4A914D30-3986-4013-BBB6-5DE1465D76D5}" type="pres">
      <dgm:prSet presAssocID="{D1774556-0D51-4634-8BCE-0867D7DE9DA3}" presName="c6" presStyleLbl="node1" presStyleIdx="5" presStyleCnt="19"/>
      <dgm:spPr/>
    </dgm:pt>
    <dgm:pt modelId="{3CA5746F-476D-47CF-8C3F-D49701B59EE3}" type="pres">
      <dgm:prSet presAssocID="{D1774556-0D51-4634-8BCE-0867D7DE9DA3}" presName="c7" presStyleLbl="node1" presStyleIdx="6" presStyleCnt="19"/>
      <dgm:spPr/>
    </dgm:pt>
    <dgm:pt modelId="{9FC44C98-FC46-4229-834D-AED76FCF32D0}" type="pres">
      <dgm:prSet presAssocID="{D1774556-0D51-4634-8BCE-0867D7DE9DA3}" presName="c8" presStyleLbl="node1" presStyleIdx="7" presStyleCnt="19"/>
      <dgm:spPr/>
    </dgm:pt>
    <dgm:pt modelId="{9AC21721-9975-49E9-AE0F-587C330BAABC}" type="pres">
      <dgm:prSet presAssocID="{D1774556-0D51-4634-8BCE-0867D7DE9DA3}" presName="c9" presStyleLbl="node1" presStyleIdx="8" presStyleCnt="19"/>
      <dgm:spPr/>
    </dgm:pt>
    <dgm:pt modelId="{6B83186E-D454-4589-9292-CB8693BE3AFA}" type="pres">
      <dgm:prSet presAssocID="{D1774556-0D51-4634-8BCE-0867D7DE9DA3}" presName="c10" presStyleLbl="node1" presStyleIdx="9" presStyleCnt="19"/>
      <dgm:spPr/>
    </dgm:pt>
    <dgm:pt modelId="{BC4B43B3-9017-4E7D-8AEA-DB3E28ED8C51}" type="pres">
      <dgm:prSet presAssocID="{D1774556-0D51-4634-8BCE-0867D7DE9DA3}" presName="c11" presStyleLbl="node1" presStyleIdx="10" presStyleCnt="19"/>
      <dgm:spPr/>
    </dgm:pt>
    <dgm:pt modelId="{CE00D2C5-AB85-4D6F-B1C8-EF0A4C5BB1F8}" type="pres">
      <dgm:prSet presAssocID="{D1774556-0D51-4634-8BCE-0867D7DE9DA3}" presName="c12" presStyleLbl="node1" presStyleIdx="11" presStyleCnt="19"/>
      <dgm:spPr/>
    </dgm:pt>
    <dgm:pt modelId="{17CEF674-0FA6-4095-9F45-9888FE2112AB}" type="pres">
      <dgm:prSet presAssocID="{D1774556-0D51-4634-8BCE-0867D7DE9DA3}" presName="c13" presStyleLbl="node1" presStyleIdx="12" presStyleCnt="19"/>
      <dgm:spPr/>
    </dgm:pt>
    <dgm:pt modelId="{3263B395-C7BF-419F-8C09-DA00CD9EA3C9}" type="pres">
      <dgm:prSet presAssocID="{D1774556-0D51-4634-8BCE-0867D7DE9DA3}" presName="c14" presStyleLbl="node1" presStyleIdx="13" presStyleCnt="19"/>
      <dgm:spPr/>
    </dgm:pt>
    <dgm:pt modelId="{271236CE-6B46-4DFB-ABDF-0FB146B155FA}" type="pres">
      <dgm:prSet presAssocID="{D1774556-0D51-4634-8BCE-0867D7DE9DA3}" presName="c15" presStyleLbl="node1" presStyleIdx="14" presStyleCnt="19"/>
      <dgm:spPr/>
    </dgm:pt>
    <dgm:pt modelId="{AF35FDBA-5855-4FAE-BF82-311C29CCFD14}" type="pres">
      <dgm:prSet presAssocID="{D1774556-0D51-4634-8BCE-0867D7DE9DA3}" presName="c16" presStyleLbl="node1" presStyleIdx="15" presStyleCnt="19"/>
      <dgm:spPr/>
    </dgm:pt>
    <dgm:pt modelId="{AF5D3CE9-8CE7-4F5F-959B-C0FE436F9F9C}" type="pres">
      <dgm:prSet presAssocID="{D1774556-0D51-4634-8BCE-0867D7DE9DA3}" presName="c17" presStyleLbl="node1" presStyleIdx="16" presStyleCnt="19"/>
      <dgm:spPr/>
    </dgm:pt>
    <dgm:pt modelId="{D5EBC551-8867-4546-B551-DB86F1F235AC}" type="pres">
      <dgm:prSet presAssocID="{D1774556-0D51-4634-8BCE-0867D7DE9DA3}" presName="c18" presStyleLbl="node1" presStyleIdx="17" presStyleCnt="19"/>
      <dgm:spPr/>
    </dgm:pt>
    <dgm:pt modelId="{56BF5AAB-007C-46C2-A77C-64947F8263ED}" type="pres">
      <dgm:prSet presAssocID="{9562A225-A078-48B9-964E-61F02061DB97}" presName="chevronComposite1" presStyleCnt="0"/>
      <dgm:spPr/>
    </dgm:pt>
    <dgm:pt modelId="{1B718997-756A-4C51-A827-ADE4E6A60198}" type="pres">
      <dgm:prSet presAssocID="{9562A225-A078-48B9-964E-61F02061DB97}" presName="chevron1" presStyleLbl="sibTrans2D1" presStyleIdx="0" presStyleCnt="2"/>
      <dgm:spPr/>
    </dgm:pt>
    <dgm:pt modelId="{61B72F22-7B0B-41F7-975B-8F91C212C757}" type="pres">
      <dgm:prSet presAssocID="{9562A225-A078-48B9-964E-61F02061DB97}" presName="spChevron1" presStyleCnt="0"/>
      <dgm:spPr/>
    </dgm:pt>
    <dgm:pt modelId="{7A9770F0-364C-467B-97EF-5E47AB17D215}" type="pres">
      <dgm:prSet presAssocID="{9562A225-A078-48B9-964E-61F02061DB97}" presName="overlap" presStyleCnt="0"/>
      <dgm:spPr/>
    </dgm:pt>
    <dgm:pt modelId="{FDE12963-070A-43F2-AE44-3CCC155EAB49}" type="pres">
      <dgm:prSet presAssocID="{9562A225-A078-48B9-964E-61F02061DB97}" presName="chevronComposite2" presStyleCnt="0"/>
      <dgm:spPr/>
    </dgm:pt>
    <dgm:pt modelId="{4D204C3B-8799-44C4-8524-AF516EB4DE6A}" type="pres">
      <dgm:prSet presAssocID="{9562A225-A078-48B9-964E-61F02061DB97}" presName="chevron2" presStyleLbl="sibTrans2D1" presStyleIdx="1" presStyleCnt="2"/>
      <dgm:spPr/>
    </dgm:pt>
    <dgm:pt modelId="{60F2B40C-423D-4DB6-B0A5-3B051B32D921}" type="pres">
      <dgm:prSet presAssocID="{9562A225-A078-48B9-964E-61F02061DB97}" presName="spChevron2" presStyleCnt="0"/>
      <dgm:spPr/>
    </dgm:pt>
    <dgm:pt modelId="{DC04503D-8120-471E-9703-B9DBF3722562}" type="pres">
      <dgm:prSet presAssocID="{0211EF71-4077-4AEF-BC59-EB742FB00DF0}" presName="last" presStyleCnt="0"/>
      <dgm:spPr/>
    </dgm:pt>
    <dgm:pt modelId="{4B2798FF-89C4-4C44-B4CD-C2235BCC2583}" type="pres">
      <dgm:prSet presAssocID="{0211EF71-4077-4AEF-BC59-EB742FB00DF0}" presName="circleTx" presStyleLbl="node1" presStyleIdx="18" presStyleCnt="19"/>
      <dgm:spPr/>
    </dgm:pt>
    <dgm:pt modelId="{208FBB7F-63DC-4C6D-80C9-9BBE8B9AC09D}" type="pres">
      <dgm:prSet presAssocID="{0211EF71-4077-4AEF-BC59-EB742FB00DF0}" presName="desTxN" presStyleLbl="revTx" presStyleIdx="2" presStyleCnt="3">
        <dgm:presLayoutVars>
          <dgm:bulletEnabled val="1"/>
        </dgm:presLayoutVars>
      </dgm:prSet>
      <dgm:spPr/>
    </dgm:pt>
    <dgm:pt modelId="{D636918F-6EA2-45DF-94EA-5ACF79F485D4}" type="pres">
      <dgm:prSet presAssocID="{0211EF71-4077-4AEF-BC59-EB742FB00DF0}" presName="spN" presStyleCnt="0"/>
      <dgm:spPr/>
    </dgm:pt>
  </dgm:ptLst>
  <dgm:cxnLst>
    <dgm:cxn modelId="{75CE5B03-F367-4770-88D1-BF79A11168B2}" type="presOf" srcId="{64563B54-CA7A-43AD-8517-A211871D1887}" destId="{F255154D-62D8-48B3-804E-DE938EFB6711}" srcOrd="0" destOrd="0" presId="urn:microsoft.com/office/officeart/2009/3/layout/RandomtoResultProcess"/>
    <dgm:cxn modelId="{F1DC8631-D24F-4999-8209-E1F461F2B085}" srcId="{0211EF71-4077-4AEF-BC59-EB742FB00DF0}" destId="{A0C8DD79-50A1-40EA-B9D6-DE2B45005110}" srcOrd="0" destOrd="0" parTransId="{0D8C9C8D-DBA0-48CC-AD6E-0187B9FC30E8}" sibTransId="{0914C476-C07E-4C9A-B8F7-3281E28AC281}"/>
    <dgm:cxn modelId="{6FADFA36-8599-4999-9A51-B642134954AC}" srcId="{64563B54-CA7A-43AD-8517-A211871D1887}" destId="{0211EF71-4077-4AEF-BC59-EB742FB00DF0}" srcOrd="1" destOrd="0" parTransId="{7732D8FC-8BEC-4FA7-9757-30B9783B2FE3}" sibTransId="{858A363E-A6B8-44FE-B43B-4D2D4EBC7DB7}"/>
    <dgm:cxn modelId="{E0219A7F-02D6-495B-B124-519A7F8BF494}" type="presOf" srcId="{A0C50963-6AC1-4EE5-9F68-C862060F7D6B}" destId="{DE96F859-68D9-448F-8B86-63106686D674}" srcOrd="0" destOrd="0" presId="urn:microsoft.com/office/officeart/2009/3/layout/RandomtoResultProcess"/>
    <dgm:cxn modelId="{B35F3793-6AD0-449D-B56F-6CAF13C24F0F}" srcId="{64563B54-CA7A-43AD-8517-A211871D1887}" destId="{D1774556-0D51-4634-8BCE-0867D7DE9DA3}" srcOrd="0" destOrd="0" parTransId="{3368B526-8AB5-47D7-91A7-BBC12020EA36}" sibTransId="{9562A225-A078-48B9-964E-61F02061DB97}"/>
    <dgm:cxn modelId="{2DBB1DC6-4AD5-495A-8091-E1AE63CF59C5}" type="presOf" srcId="{A0C8DD79-50A1-40EA-B9D6-DE2B45005110}" destId="{208FBB7F-63DC-4C6D-80C9-9BBE8B9AC09D}" srcOrd="0" destOrd="0" presId="urn:microsoft.com/office/officeart/2009/3/layout/RandomtoResultProcess"/>
    <dgm:cxn modelId="{790C0CC8-920E-455E-838B-B594BCA2F79A}" srcId="{D1774556-0D51-4634-8BCE-0867D7DE9DA3}" destId="{A0C50963-6AC1-4EE5-9F68-C862060F7D6B}" srcOrd="0" destOrd="0" parTransId="{101F5722-5364-45C1-9404-A56BA47D7964}" sibTransId="{AEE5660B-65A1-419A-8E61-5F1881F81C67}"/>
    <dgm:cxn modelId="{712628CD-0445-4FAD-895F-5D12C038FE86}" type="presOf" srcId="{0211EF71-4077-4AEF-BC59-EB742FB00DF0}" destId="{4B2798FF-89C4-4C44-B4CD-C2235BCC2583}" srcOrd="0" destOrd="0" presId="urn:microsoft.com/office/officeart/2009/3/layout/RandomtoResultProcess"/>
    <dgm:cxn modelId="{0598F2DF-0CEA-4656-B928-B6CB2FCE6FE4}" type="presOf" srcId="{D1774556-0D51-4634-8BCE-0867D7DE9DA3}" destId="{CD7C85E1-8729-4A35-AF96-2C5946AF5A4A}" srcOrd="0" destOrd="0" presId="urn:microsoft.com/office/officeart/2009/3/layout/RandomtoResultProcess"/>
    <dgm:cxn modelId="{B1756B44-4DF1-4373-A80A-A8A1CDE8A36A}" type="presParOf" srcId="{F255154D-62D8-48B3-804E-DE938EFB6711}" destId="{F25372CA-B762-40F3-98A5-C24C50FABF29}" srcOrd="0" destOrd="0" presId="urn:microsoft.com/office/officeart/2009/3/layout/RandomtoResultProcess"/>
    <dgm:cxn modelId="{2E23F90B-62F6-4C16-86C3-37B382BB6C94}" type="presParOf" srcId="{F25372CA-B762-40F3-98A5-C24C50FABF29}" destId="{CD7C85E1-8729-4A35-AF96-2C5946AF5A4A}" srcOrd="0" destOrd="0" presId="urn:microsoft.com/office/officeart/2009/3/layout/RandomtoResultProcess"/>
    <dgm:cxn modelId="{160B8AFA-2ED9-4749-821D-393F41BFA560}" type="presParOf" srcId="{F25372CA-B762-40F3-98A5-C24C50FABF29}" destId="{DE96F859-68D9-448F-8B86-63106686D674}" srcOrd="1" destOrd="0" presId="urn:microsoft.com/office/officeart/2009/3/layout/RandomtoResultProcess"/>
    <dgm:cxn modelId="{D2D24546-345D-4D38-BCAE-B6AABDEDC607}" type="presParOf" srcId="{F25372CA-B762-40F3-98A5-C24C50FABF29}" destId="{2B336134-D19B-44A8-ABC4-36E5126A2A3E}" srcOrd="2" destOrd="0" presId="urn:microsoft.com/office/officeart/2009/3/layout/RandomtoResultProcess"/>
    <dgm:cxn modelId="{1D475FB3-3AFB-475F-A2D0-8FAEF6ADA688}" type="presParOf" srcId="{F25372CA-B762-40F3-98A5-C24C50FABF29}" destId="{269E52B1-5542-4329-9D4C-EB9979BCDFEE}" srcOrd="3" destOrd="0" presId="urn:microsoft.com/office/officeart/2009/3/layout/RandomtoResultProcess"/>
    <dgm:cxn modelId="{4CDE6668-28E9-49D6-BE34-2B19A6D245F1}" type="presParOf" srcId="{F25372CA-B762-40F3-98A5-C24C50FABF29}" destId="{15A7C484-09B1-4BDE-B6B6-64D5F1A205F1}" srcOrd="4" destOrd="0" presId="urn:microsoft.com/office/officeart/2009/3/layout/RandomtoResultProcess"/>
    <dgm:cxn modelId="{830732A3-5341-4430-B880-CB98A289EB6E}" type="presParOf" srcId="{F25372CA-B762-40F3-98A5-C24C50FABF29}" destId="{706C339B-4150-484E-9555-B6EC68C70F78}" srcOrd="5" destOrd="0" presId="urn:microsoft.com/office/officeart/2009/3/layout/RandomtoResultProcess"/>
    <dgm:cxn modelId="{20EBEEC8-A6DA-4466-952D-3258BAEA4968}" type="presParOf" srcId="{F25372CA-B762-40F3-98A5-C24C50FABF29}" destId="{E22035EF-E285-44C3-916F-21421F6DCE38}" srcOrd="6" destOrd="0" presId="urn:microsoft.com/office/officeart/2009/3/layout/RandomtoResultProcess"/>
    <dgm:cxn modelId="{45861DC6-6534-45A5-89D4-F1078AA61143}" type="presParOf" srcId="{F25372CA-B762-40F3-98A5-C24C50FABF29}" destId="{4A914D30-3986-4013-BBB6-5DE1465D76D5}" srcOrd="7" destOrd="0" presId="urn:microsoft.com/office/officeart/2009/3/layout/RandomtoResultProcess"/>
    <dgm:cxn modelId="{F2249F64-3BF3-465C-B878-A92A1F97EC86}" type="presParOf" srcId="{F25372CA-B762-40F3-98A5-C24C50FABF29}" destId="{3CA5746F-476D-47CF-8C3F-D49701B59EE3}" srcOrd="8" destOrd="0" presId="urn:microsoft.com/office/officeart/2009/3/layout/RandomtoResultProcess"/>
    <dgm:cxn modelId="{A89A0D43-F323-40D6-8B96-825D782E1C45}" type="presParOf" srcId="{F25372CA-B762-40F3-98A5-C24C50FABF29}" destId="{9FC44C98-FC46-4229-834D-AED76FCF32D0}" srcOrd="9" destOrd="0" presId="urn:microsoft.com/office/officeart/2009/3/layout/RandomtoResultProcess"/>
    <dgm:cxn modelId="{8A599824-01DA-4828-B0CA-D2ABD32C232F}" type="presParOf" srcId="{F25372CA-B762-40F3-98A5-C24C50FABF29}" destId="{9AC21721-9975-49E9-AE0F-587C330BAABC}" srcOrd="10" destOrd="0" presId="urn:microsoft.com/office/officeart/2009/3/layout/RandomtoResultProcess"/>
    <dgm:cxn modelId="{26AC084D-A298-4D9B-9774-C405A4B82E43}" type="presParOf" srcId="{F25372CA-B762-40F3-98A5-C24C50FABF29}" destId="{6B83186E-D454-4589-9292-CB8693BE3AFA}" srcOrd="11" destOrd="0" presId="urn:microsoft.com/office/officeart/2009/3/layout/RandomtoResultProcess"/>
    <dgm:cxn modelId="{D5AE46E6-75E7-4BEC-A815-EC5B651387CE}" type="presParOf" srcId="{F25372CA-B762-40F3-98A5-C24C50FABF29}" destId="{BC4B43B3-9017-4E7D-8AEA-DB3E28ED8C51}" srcOrd="12" destOrd="0" presId="urn:microsoft.com/office/officeart/2009/3/layout/RandomtoResultProcess"/>
    <dgm:cxn modelId="{FC761999-66B9-4523-BF00-5498750E25A7}" type="presParOf" srcId="{F25372CA-B762-40F3-98A5-C24C50FABF29}" destId="{CE00D2C5-AB85-4D6F-B1C8-EF0A4C5BB1F8}" srcOrd="13" destOrd="0" presId="urn:microsoft.com/office/officeart/2009/3/layout/RandomtoResultProcess"/>
    <dgm:cxn modelId="{BDC0C1BC-2CBC-46E7-977B-B2599BF3334B}" type="presParOf" srcId="{F25372CA-B762-40F3-98A5-C24C50FABF29}" destId="{17CEF674-0FA6-4095-9F45-9888FE2112AB}" srcOrd="14" destOrd="0" presId="urn:microsoft.com/office/officeart/2009/3/layout/RandomtoResultProcess"/>
    <dgm:cxn modelId="{5866F0E6-612B-4B5F-BC0D-EA266FC13FD1}" type="presParOf" srcId="{F25372CA-B762-40F3-98A5-C24C50FABF29}" destId="{3263B395-C7BF-419F-8C09-DA00CD9EA3C9}" srcOrd="15" destOrd="0" presId="urn:microsoft.com/office/officeart/2009/3/layout/RandomtoResultProcess"/>
    <dgm:cxn modelId="{6C3E3FFE-594F-4CDD-9AB1-1B40EF9659D8}" type="presParOf" srcId="{F25372CA-B762-40F3-98A5-C24C50FABF29}" destId="{271236CE-6B46-4DFB-ABDF-0FB146B155FA}" srcOrd="16" destOrd="0" presId="urn:microsoft.com/office/officeart/2009/3/layout/RandomtoResultProcess"/>
    <dgm:cxn modelId="{50571349-C05F-40A6-AF69-678B9421880A}" type="presParOf" srcId="{F25372CA-B762-40F3-98A5-C24C50FABF29}" destId="{AF35FDBA-5855-4FAE-BF82-311C29CCFD14}" srcOrd="17" destOrd="0" presId="urn:microsoft.com/office/officeart/2009/3/layout/RandomtoResultProcess"/>
    <dgm:cxn modelId="{BB74A363-F869-4C5A-8FA5-26226E8B4D02}" type="presParOf" srcId="{F25372CA-B762-40F3-98A5-C24C50FABF29}" destId="{AF5D3CE9-8CE7-4F5F-959B-C0FE436F9F9C}" srcOrd="18" destOrd="0" presId="urn:microsoft.com/office/officeart/2009/3/layout/RandomtoResultProcess"/>
    <dgm:cxn modelId="{ED8115C3-6062-45D6-870E-0D2C2D94FCDA}" type="presParOf" srcId="{F25372CA-B762-40F3-98A5-C24C50FABF29}" destId="{D5EBC551-8867-4546-B551-DB86F1F235AC}" srcOrd="19" destOrd="0" presId="urn:microsoft.com/office/officeart/2009/3/layout/RandomtoResultProcess"/>
    <dgm:cxn modelId="{18FB0885-F37E-4948-AF2D-68796001929B}" type="presParOf" srcId="{F255154D-62D8-48B3-804E-DE938EFB6711}" destId="{56BF5AAB-007C-46C2-A77C-64947F8263ED}" srcOrd="1" destOrd="0" presId="urn:microsoft.com/office/officeart/2009/3/layout/RandomtoResultProcess"/>
    <dgm:cxn modelId="{83805626-E681-4231-8573-26FCCAAFF255}" type="presParOf" srcId="{56BF5AAB-007C-46C2-A77C-64947F8263ED}" destId="{1B718997-756A-4C51-A827-ADE4E6A60198}" srcOrd="0" destOrd="0" presId="urn:microsoft.com/office/officeart/2009/3/layout/RandomtoResultProcess"/>
    <dgm:cxn modelId="{5B36DBB8-B8D8-4546-BF75-D76A7393B4F8}" type="presParOf" srcId="{56BF5AAB-007C-46C2-A77C-64947F8263ED}" destId="{61B72F22-7B0B-41F7-975B-8F91C212C757}" srcOrd="1" destOrd="0" presId="urn:microsoft.com/office/officeart/2009/3/layout/RandomtoResultProcess"/>
    <dgm:cxn modelId="{806A37A5-5A48-4AE9-B747-4F28C94C1AF1}" type="presParOf" srcId="{F255154D-62D8-48B3-804E-DE938EFB6711}" destId="{7A9770F0-364C-467B-97EF-5E47AB17D215}" srcOrd="2" destOrd="0" presId="urn:microsoft.com/office/officeart/2009/3/layout/RandomtoResultProcess"/>
    <dgm:cxn modelId="{8417597B-8BDD-4D28-BD65-B6B01157B7A9}" type="presParOf" srcId="{F255154D-62D8-48B3-804E-DE938EFB6711}" destId="{FDE12963-070A-43F2-AE44-3CCC155EAB49}" srcOrd="3" destOrd="0" presId="urn:microsoft.com/office/officeart/2009/3/layout/RandomtoResultProcess"/>
    <dgm:cxn modelId="{9B8B08BB-3B7F-4891-943B-36CCB209A456}" type="presParOf" srcId="{FDE12963-070A-43F2-AE44-3CCC155EAB49}" destId="{4D204C3B-8799-44C4-8524-AF516EB4DE6A}" srcOrd="0" destOrd="0" presId="urn:microsoft.com/office/officeart/2009/3/layout/RandomtoResultProcess"/>
    <dgm:cxn modelId="{AC784E82-7C2B-4045-B1CF-D786F3215458}" type="presParOf" srcId="{FDE12963-070A-43F2-AE44-3CCC155EAB49}" destId="{60F2B40C-423D-4DB6-B0A5-3B051B32D921}" srcOrd="1" destOrd="0" presId="urn:microsoft.com/office/officeart/2009/3/layout/RandomtoResultProcess"/>
    <dgm:cxn modelId="{23432F2A-4FED-450C-9208-1749DAA93780}" type="presParOf" srcId="{F255154D-62D8-48B3-804E-DE938EFB6711}" destId="{DC04503D-8120-471E-9703-B9DBF3722562}" srcOrd="4" destOrd="0" presId="urn:microsoft.com/office/officeart/2009/3/layout/RandomtoResultProcess"/>
    <dgm:cxn modelId="{1FDECD72-7041-4F3A-9E5F-28CB4DF283E4}" type="presParOf" srcId="{DC04503D-8120-471E-9703-B9DBF3722562}" destId="{4B2798FF-89C4-4C44-B4CD-C2235BCC2583}" srcOrd="0" destOrd="0" presId="urn:microsoft.com/office/officeart/2009/3/layout/RandomtoResultProcess"/>
    <dgm:cxn modelId="{C9901CB3-C01A-4449-8318-0E80E6633CC6}" type="presParOf" srcId="{DC04503D-8120-471E-9703-B9DBF3722562}" destId="{208FBB7F-63DC-4C6D-80C9-9BBE8B9AC09D}" srcOrd="1" destOrd="0" presId="urn:microsoft.com/office/officeart/2009/3/layout/RandomtoResultProcess"/>
    <dgm:cxn modelId="{60E33826-5C17-45F5-B89D-DBA5A1FD5250}" type="presParOf" srcId="{DC04503D-8120-471E-9703-B9DBF3722562}" destId="{D636918F-6EA2-45DF-94EA-5ACF79F485D4}" srcOrd="2" destOrd="0" presId="urn:microsoft.com/office/officeart/2009/3/layout/RandomtoResultProcess"/>
  </dgm:cxnLst>
  <dgm:bg/>
  <dgm:whole/>
  <dgm:extLst>
    <a:ext uri="http://schemas.microsoft.com/office/drawing/2008/diagram">
      <dsp:dataModelExt xmlns:dsp="http://schemas.microsoft.com/office/drawing/2008/diagram" relId="rId20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4563B54-CA7A-43AD-8517-A211871D1887}" type="doc">
      <dgm:prSet loTypeId="urn:microsoft.com/office/officeart/2009/3/layout/RandomtoResultProcess" loCatId="process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da-DK"/>
        </a:p>
      </dgm:t>
    </dgm:pt>
    <dgm:pt modelId="{D1774556-0D51-4634-8BCE-0867D7DE9DA3}">
      <dgm:prSet phldrT="[Text]" phldr="0" custT="1"/>
      <dgm:spPr>
        <a:blipFill>
          <a:blip xmlns:r="http://schemas.openxmlformats.org/officeDocument/2006/relationships" r:embed="rId1"/>
          <a:stretch>
            <a:fillRect t="-5479"/>
          </a:stretch>
        </a:blipFill>
      </dgm:spPr>
      <dgm:t>
        <a:bodyPr/>
        <a:lstStyle/>
        <a:p>
          <a:r>
            <a:rPr lang="da-DK">
              <a:noFill/>
            </a:rPr>
            <a:t> </a:t>
          </a:r>
        </a:p>
      </dgm:t>
    </dgm:pt>
    <dgm:pt modelId="{3368B526-8AB5-47D7-91A7-BBC12020EA36}" type="parTrans" cxnId="{B35F3793-6AD0-449D-B56F-6CAF13C24F0F}">
      <dgm:prSet/>
      <dgm:spPr/>
      <dgm:t>
        <a:bodyPr/>
        <a:lstStyle/>
        <a:p>
          <a:endParaRPr lang="da-DK"/>
        </a:p>
      </dgm:t>
    </dgm:pt>
    <dgm:pt modelId="{9562A225-A078-48B9-964E-61F02061DB97}" type="sibTrans" cxnId="{B35F3793-6AD0-449D-B56F-6CAF13C24F0F}">
      <dgm:prSet/>
      <dgm:spPr/>
      <dgm:t>
        <a:bodyPr/>
        <a:lstStyle/>
        <a:p>
          <a:endParaRPr lang="da-DK"/>
        </a:p>
      </dgm:t>
    </dgm:pt>
    <dgm:pt modelId="{A0C50963-6AC1-4EE5-9F68-C862060F7D6B}">
      <dgm:prSet phldrT="[Text]" phldr="0"/>
      <dgm:spPr/>
      <dgm:t>
        <a:bodyPr/>
        <a:lstStyle/>
        <a:p>
          <a:r>
            <a:rPr lang="en-GB" dirty="0"/>
            <a:t>Samples</a:t>
          </a:r>
          <a:endParaRPr lang="da-DK" dirty="0"/>
        </a:p>
      </dgm:t>
    </dgm:pt>
    <dgm:pt modelId="{101F5722-5364-45C1-9404-A56BA47D7964}" type="parTrans" cxnId="{790C0CC8-920E-455E-838B-B594BCA2F79A}">
      <dgm:prSet/>
      <dgm:spPr/>
      <dgm:t>
        <a:bodyPr/>
        <a:lstStyle/>
        <a:p>
          <a:endParaRPr lang="da-DK"/>
        </a:p>
      </dgm:t>
    </dgm:pt>
    <dgm:pt modelId="{AEE5660B-65A1-419A-8E61-5F1881F81C67}" type="sibTrans" cxnId="{790C0CC8-920E-455E-838B-B594BCA2F79A}">
      <dgm:prSet/>
      <dgm:spPr/>
      <dgm:t>
        <a:bodyPr/>
        <a:lstStyle/>
        <a:p>
          <a:endParaRPr lang="da-DK"/>
        </a:p>
      </dgm:t>
    </dgm:pt>
    <dgm:pt modelId="{0211EF71-4077-4AEF-BC59-EB742FB00DF0}">
      <dgm:prSet phldrT="[Text]" custT="1"/>
      <dgm:spPr>
        <a:blipFill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r>
            <a:rPr lang="da-DK">
              <a:noFill/>
            </a:rPr>
            <a:t> </a:t>
          </a:r>
        </a:p>
      </dgm:t>
    </dgm:pt>
    <dgm:pt modelId="{7732D8FC-8BEC-4FA7-9757-30B9783B2FE3}" type="parTrans" cxnId="{6FADFA36-8599-4999-9A51-B642134954AC}">
      <dgm:prSet/>
      <dgm:spPr/>
      <dgm:t>
        <a:bodyPr/>
        <a:lstStyle/>
        <a:p>
          <a:endParaRPr lang="da-DK"/>
        </a:p>
      </dgm:t>
    </dgm:pt>
    <dgm:pt modelId="{858A363E-A6B8-44FE-B43B-4D2D4EBC7DB7}" type="sibTrans" cxnId="{6FADFA36-8599-4999-9A51-B642134954AC}">
      <dgm:prSet/>
      <dgm:spPr/>
      <dgm:t>
        <a:bodyPr/>
        <a:lstStyle/>
        <a:p>
          <a:endParaRPr lang="da-DK"/>
        </a:p>
      </dgm:t>
    </dgm:pt>
    <dgm:pt modelId="{A0C8DD79-50A1-40EA-B9D6-DE2B45005110}">
      <dgm:prSet phldrT="[Text]" phldr="0"/>
      <dgm:spPr/>
      <dgm:t>
        <a:bodyPr/>
        <a:lstStyle/>
        <a:p>
          <a:r>
            <a:rPr lang="en-GB" dirty="0"/>
            <a:t>Probability Density</a:t>
          </a:r>
          <a:endParaRPr lang="da-DK" dirty="0"/>
        </a:p>
      </dgm:t>
    </dgm:pt>
    <dgm:pt modelId="{0D8C9C8D-DBA0-48CC-AD6E-0187B9FC30E8}" type="parTrans" cxnId="{F1DC8631-D24F-4999-8209-E1F461F2B085}">
      <dgm:prSet/>
      <dgm:spPr/>
      <dgm:t>
        <a:bodyPr/>
        <a:lstStyle/>
        <a:p>
          <a:endParaRPr lang="da-DK"/>
        </a:p>
      </dgm:t>
    </dgm:pt>
    <dgm:pt modelId="{0914C476-C07E-4C9A-B8F7-3281E28AC281}" type="sibTrans" cxnId="{F1DC8631-D24F-4999-8209-E1F461F2B085}">
      <dgm:prSet/>
      <dgm:spPr/>
      <dgm:t>
        <a:bodyPr/>
        <a:lstStyle/>
        <a:p>
          <a:endParaRPr lang="da-DK"/>
        </a:p>
      </dgm:t>
    </dgm:pt>
    <dgm:pt modelId="{F255154D-62D8-48B3-804E-DE938EFB6711}" type="pres">
      <dgm:prSet presAssocID="{64563B54-CA7A-43AD-8517-A211871D1887}" presName="Name0" presStyleCnt="0">
        <dgm:presLayoutVars>
          <dgm:dir/>
          <dgm:animOne val="branch"/>
          <dgm:animLvl val="lvl"/>
        </dgm:presLayoutVars>
      </dgm:prSet>
      <dgm:spPr/>
    </dgm:pt>
    <dgm:pt modelId="{F25372CA-B762-40F3-98A5-C24C50FABF29}" type="pres">
      <dgm:prSet presAssocID="{D1774556-0D51-4634-8BCE-0867D7DE9DA3}" presName="chaos" presStyleCnt="0"/>
      <dgm:spPr/>
    </dgm:pt>
    <dgm:pt modelId="{CD7C85E1-8729-4A35-AF96-2C5946AF5A4A}" type="pres">
      <dgm:prSet presAssocID="{D1774556-0D51-4634-8BCE-0867D7DE9DA3}" presName="parTx1" presStyleLbl="revTx" presStyleIdx="0" presStyleCnt="3" custLinFactNeighborX="2398" custLinFactNeighborY="24647"/>
      <dgm:spPr/>
    </dgm:pt>
    <dgm:pt modelId="{DE96F859-68D9-448F-8B86-63106686D674}" type="pres">
      <dgm:prSet presAssocID="{D1774556-0D51-4634-8BCE-0867D7DE9DA3}" presName="desTx1" presStyleLbl="revTx" presStyleIdx="1" presStyleCnt="3">
        <dgm:presLayoutVars>
          <dgm:bulletEnabled val="1"/>
        </dgm:presLayoutVars>
      </dgm:prSet>
      <dgm:spPr/>
    </dgm:pt>
    <dgm:pt modelId="{2B336134-D19B-44A8-ABC4-36E5126A2A3E}" type="pres">
      <dgm:prSet presAssocID="{D1774556-0D51-4634-8BCE-0867D7DE9DA3}" presName="c1" presStyleLbl="node1" presStyleIdx="0" presStyleCnt="19"/>
      <dgm:spPr/>
    </dgm:pt>
    <dgm:pt modelId="{269E52B1-5542-4329-9D4C-EB9979BCDFEE}" type="pres">
      <dgm:prSet presAssocID="{D1774556-0D51-4634-8BCE-0867D7DE9DA3}" presName="c2" presStyleLbl="node1" presStyleIdx="1" presStyleCnt="19"/>
      <dgm:spPr/>
    </dgm:pt>
    <dgm:pt modelId="{15A7C484-09B1-4BDE-B6B6-64D5F1A205F1}" type="pres">
      <dgm:prSet presAssocID="{D1774556-0D51-4634-8BCE-0867D7DE9DA3}" presName="c3" presStyleLbl="node1" presStyleIdx="2" presStyleCnt="19"/>
      <dgm:spPr/>
    </dgm:pt>
    <dgm:pt modelId="{706C339B-4150-484E-9555-B6EC68C70F78}" type="pres">
      <dgm:prSet presAssocID="{D1774556-0D51-4634-8BCE-0867D7DE9DA3}" presName="c4" presStyleLbl="node1" presStyleIdx="3" presStyleCnt="19"/>
      <dgm:spPr/>
    </dgm:pt>
    <dgm:pt modelId="{E22035EF-E285-44C3-916F-21421F6DCE38}" type="pres">
      <dgm:prSet presAssocID="{D1774556-0D51-4634-8BCE-0867D7DE9DA3}" presName="c5" presStyleLbl="node1" presStyleIdx="4" presStyleCnt="19"/>
      <dgm:spPr/>
    </dgm:pt>
    <dgm:pt modelId="{4A914D30-3986-4013-BBB6-5DE1465D76D5}" type="pres">
      <dgm:prSet presAssocID="{D1774556-0D51-4634-8BCE-0867D7DE9DA3}" presName="c6" presStyleLbl="node1" presStyleIdx="5" presStyleCnt="19"/>
      <dgm:spPr/>
    </dgm:pt>
    <dgm:pt modelId="{3CA5746F-476D-47CF-8C3F-D49701B59EE3}" type="pres">
      <dgm:prSet presAssocID="{D1774556-0D51-4634-8BCE-0867D7DE9DA3}" presName="c7" presStyleLbl="node1" presStyleIdx="6" presStyleCnt="19"/>
      <dgm:spPr/>
    </dgm:pt>
    <dgm:pt modelId="{9FC44C98-FC46-4229-834D-AED76FCF32D0}" type="pres">
      <dgm:prSet presAssocID="{D1774556-0D51-4634-8BCE-0867D7DE9DA3}" presName="c8" presStyleLbl="node1" presStyleIdx="7" presStyleCnt="19"/>
      <dgm:spPr/>
    </dgm:pt>
    <dgm:pt modelId="{9AC21721-9975-49E9-AE0F-587C330BAABC}" type="pres">
      <dgm:prSet presAssocID="{D1774556-0D51-4634-8BCE-0867D7DE9DA3}" presName="c9" presStyleLbl="node1" presStyleIdx="8" presStyleCnt="19"/>
      <dgm:spPr/>
    </dgm:pt>
    <dgm:pt modelId="{6B83186E-D454-4589-9292-CB8693BE3AFA}" type="pres">
      <dgm:prSet presAssocID="{D1774556-0D51-4634-8BCE-0867D7DE9DA3}" presName="c10" presStyleLbl="node1" presStyleIdx="9" presStyleCnt="19"/>
      <dgm:spPr/>
    </dgm:pt>
    <dgm:pt modelId="{BC4B43B3-9017-4E7D-8AEA-DB3E28ED8C51}" type="pres">
      <dgm:prSet presAssocID="{D1774556-0D51-4634-8BCE-0867D7DE9DA3}" presName="c11" presStyleLbl="node1" presStyleIdx="10" presStyleCnt="19"/>
      <dgm:spPr/>
    </dgm:pt>
    <dgm:pt modelId="{CE00D2C5-AB85-4D6F-B1C8-EF0A4C5BB1F8}" type="pres">
      <dgm:prSet presAssocID="{D1774556-0D51-4634-8BCE-0867D7DE9DA3}" presName="c12" presStyleLbl="node1" presStyleIdx="11" presStyleCnt="19"/>
      <dgm:spPr/>
    </dgm:pt>
    <dgm:pt modelId="{17CEF674-0FA6-4095-9F45-9888FE2112AB}" type="pres">
      <dgm:prSet presAssocID="{D1774556-0D51-4634-8BCE-0867D7DE9DA3}" presName="c13" presStyleLbl="node1" presStyleIdx="12" presStyleCnt="19"/>
      <dgm:spPr/>
    </dgm:pt>
    <dgm:pt modelId="{3263B395-C7BF-419F-8C09-DA00CD9EA3C9}" type="pres">
      <dgm:prSet presAssocID="{D1774556-0D51-4634-8BCE-0867D7DE9DA3}" presName="c14" presStyleLbl="node1" presStyleIdx="13" presStyleCnt="19"/>
      <dgm:spPr/>
    </dgm:pt>
    <dgm:pt modelId="{271236CE-6B46-4DFB-ABDF-0FB146B155FA}" type="pres">
      <dgm:prSet presAssocID="{D1774556-0D51-4634-8BCE-0867D7DE9DA3}" presName="c15" presStyleLbl="node1" presStyleIdx="14" presStyleCnt="19"/>
      <dgm:spPr/>
    </dgm:pt>
    <dgm:pt modelId="{AF35FDBA-5855-4FAE-BF82-311C29CCFD14}" type="pres">
      <dgm:prSet presAssocID="{D1774556-0D51-4634-8BCE-0867D7DE9DA3}" presName="c16" presStyleLbl="node1" presStyleIdx="15" presStyleCnt="19"/>
      <dgm:spPr/>
    </dgm:pt>
    <dgm:pt modelId="{AF5D3CE9-8CE7-4F5F-959B-C0FE436F9F9C}" type="pres">
      <dgm:prSet presAssocID="{D1774556-0D51-4634-8BCE-0867D7DE9DA3}" presName="c17" presStyleLbl="node1" presStyleIdx="16" presStyleCnt="19"/>
      <dgm:spPr/>
    </dgm:pt>
    <dgm:pt modelId="{D5EBC551-8867-4546-B551-DB86F1F235AC}" type="pres">
      <dgm:prSet presAssocID="{D1774556-0D51-4634-8BCE-0867D7DE9DA3}" presName="c18" presStyleLbl="node1" presStyleIdx="17" presStyleCnt="19"/>
      <dgm:spPr/>
    </dgm:pt>
    <dgm:pt modelId="{56BF5AAB-007C-46C2-A77C-64947F8263ED}" type="pres">
      <dgm:prSet presAssocID="{9562A225-A078-48B9-964E-61F02061DB97}" presName="chevronComposite1" presStyleCnt="0"/>
      <dgm:spPr/>
    </dgm:pt>
    <dgm:pt modelId="{1B718997-756A-4C51-A827-ADE4E6A60198}" type="pres">
      <dgm:prSet presAssocID="{9562A225-A078-48B9-964E-61F02061DB97}" presName="chevron1" presStyleLbl="sibTrans2D1" presStyleIdx="0" presStyleCnt="2"/>
      <dgm:spPr/>
    </dgm:pt>
    <dgm:pt modelId="{61B72F22-7B0B-41F7-975B-8F91C212C757}" type="pres">
      <dgm:prSet presAssocID="{9562A225-A078-48B9-964E-61F02061DB97}" presName="spChevron1" presStyleCnt="0"/>
      <dgm:spPr/>
    </dgm:pt>
    <dgm:pt modelId="{7A9770F0-364C-467B-97EF-5E47AB17D215}" type="pres">
      <dgm:prSet presAssocID="{9562A225-A078-48B9-964E-61F02061DB97}" presName="overlap" presStyleCnt="0"/>
      <dgm:spPr/>
    </dgm:pt>
    <dgm:pt modelId="{FDE12963-070A-43F2-AE44-3CCC155EAB49}" type="pres">
      <dgm:prSet presAssocID="{9562A225-A078-48B9-964E-61F02061DB97}" presName="chevronComposite2" presStyleCnt="0"/>
      <dgm:spPr/>
    </dgm:pt>
    <dgm:pt modelId="{4D204C3B-8799-44C4-8524-AF516EB4DE6A}" type="pres">
      <dgm:prSet presAssocID="{9562A225-A078-48B9-964E-61F02061DB97}" presName="chevron2" presStyleLbl="sibTrans2D1" presStyleIdx="1" presStyleCnt="2"/>
      <dgm:spPr/>
    </dgm:pt>
    <dgm:pt modelId="{60F2B40C-423D-4DB6-B0A5-3B051B32D921}" type="pres">
      <dgm:prSet presAssocID="{9562A225-A078-48B9-964E-61F02061DB97}" presName="spChevron2" presStyleCnt="0"/>
      <dgm:spPr/>
    </dgm:pt>
    <dgm:pt modelId="{DC04503D-8120-471E-9703-B9DBF3722562}" type="pres">
      <dgm:prSet presAssocID="{0211EF71-4077-4AEF-BC59-EB742FB00DF0}" presName="last" presStyleCnt="0"/>
      <dgm:spPr/>
    </dgm:pt>
    <dgm:pt modelId="{4B2798FF-89C4-4C44-B4CD-C2235BCC2583}" type="pres">
      <dgm:prSet presAssocID="{0211EF71-4077-4AEF-BC59-EB742FB00DF0}" presName="circleTx" presStyleLbl="node1" presStyleIdx="18" presStyleCnt="19"/>
      <dgm:spPr/>
    </dgm:pt>
    <dgm:pt modelId="{208FBB7F-63DC-4C6D-80C9-9BBE8B9AC09D}" type="pres">
      <dgm:prSet presAssocID="{0211EF71-4077-4AEF-BC59-EB742FB00DF0}" presName="desTxN" presStyleLbl="revTx" presStyleIdx="2" presStyleCnt="3">
        <dgm:presLayoutVars>
          <dgm:bulletEnabled val="1"/>
        </dgm:presLayoutVars>
      </dgm:prSet>
      <dgm:spPr/>
    </dgm:pt>
    <dgm:pt modelId="{D636918F-6EA2-45DF-94EA-5ACF79F485D4}" type="pres">
      <dgm:prSet presAssocID="{0211EF71-4077-4AEF-BC59-EB742FB00DF0}" presName="spN" presStyleCnt="0"/>
      <dgm:spPr/>
    </dgm:pt>
  </dgm:ptLst>
  <dgm:cxnLst>
    <dgm:cxn modelId="{75CE5B03-F367-4770-88D1-BF79A11168B2}" type="presOf" srcId="{64563B54-CA7A-43AD-8517-A211871D1887}" destId="{F255154D-62D8-48B3-804E-DE938EFB6711}" srcOrd="0" destOrd="0" presId="urn:microsoft.com/office/officeart/2009/3/layout/RandomtoResultProcess"/>
    <dgm:cxn modelId="{F1DC8631-D24F-4999-8209-E1F461F2B085}" srcId="{0211EF71-4077-4AEF-BC59-EB742FB00DF0}" destId="{A0C8DD79-50A1-40EA-B9D6-DE2B45005110}" srcOrd="0" destOrd="0" parTransId="{0D8C9C8D-DBA0-48CC-AD6E-0187B9FC30E8}" sibTransId="{0914C476-C07E-4C9A-B8F7-3281E28AC281}"/>
    <dgm:cxn modelId="{6FADFA36-8599-4999-9A51-B642134954AC}" srcId="{64563B54-CA7A-43AD-8517-A211871D1887}" destId="{0211EF71-4077-4AEF-BC59-EB742FB00DF0}" srcOrd="1" destOrd="0" parTransId="{7732D8FC-8BEC-4FA7-9757-30B9783B2FE3}" sibTransId="{858A363E-A6B8-44FE-B43B-4D2D4EBC7DB7}"/>
    <dgm:cxn modelId="{E0219A7F-02D6-495B-B124-519A7F8BF494}" type="presOf" srcId="{A0C50963-6AC1-4EE5-9F68-C862060F7D6B}" destId="{DE96F859-68D9-448F-8B86-63106686D674}" srcOrd="0" destOrd="0" presId="urn:microsoft.com/office/officeart/2009/3/layout/RandomtoResultProcess"/>
    <dgm:cxn modelId="{B35F3793-6AD0-449D-B56F-6CAF13C24F0F}" srcId="{64563B54-CA7A-43AD-8517-A211871D1887}" destId="{D1774556-0D51-4634-8BCE-0867D7DE9DA3}" srcOrd="0" destOrd="0" parTransId="{3368B526-8AB5-47D7-91A7-BBC12020EA36}" sibTransId="{9562A225-A078-48B9-964E-61F02061DB97}"/>
    <dgm:cxn modelId="{2DBB1DC6-4AD5-495A-8091-E1AE63CF59C5}" type="presOf" srcId="{A0C8DD79-50A1-40EA-B9D6-DE2B45005110}" destId="{208FBB7F-63DC-4C6D-80C9-9BBE8B9AC09D}" srcOrd="0" destOrd="0" presId="urn:microsoft.com/office/officeart/2009/3/layout/RandomtoResultProcess"/>
    <dgm:cxn modelId="{790C0CC8-920E-455E-838B-B594BCA2F79A}" srcId="{D1774556-0D51-4634-8BCE-0867D7DE9DA3}" destId="{A0C50963-6AC1-4EE5-9F68-C862060F7D6B}" srcOrd="0" destOrd="0" parTransId="{101F5722-5364-45C1-9404-A56BA47D7964}" sibTransId="{AEE5660B-65A1-419A-8E61-5F1881F81C67}"/>
    <dgm:cxn modelId="{712628CD-0445-4FAD-895F-5D12C038FE86}" type="presOf" srcId="{0211EF71-4077-4AEF-BC59-EB742FB00DF0}" destId="{4B2798FF-89C4-4C44-B4CD-C2235BCC2583}" srcOrd="0" destOrd="0" presId="urn:microsoft.com/office/officeart/2009/3/layout/RandomtoResultProcess"/>
    <dgm:cxn modelId="{0598F2DF-0CEA-4656-B928-B6CB2FCE6FE4}" type="presOf" srcId="{D1774556-0D51-4634-8BCE-0867D7DE9DA3}" destId="{CD7C85E1-8729-4A35-AF96-2C5946AF5A4A}" srcOrd="0" destOrd="0" presId="urn:microsoft.com/office/officeart/2009/3/layout/RandomtoResultProcess"/>
    <dgm:cxn modelId="{B1756B44-4DF1-4373-A80A-A8A1CDE8A36A}" type="presParOf" srcId="{F255154D-62D8-48B3-804E-DE938EFB6711}" destId="{F25372CA-B762-40F3-98A5-C24C50FABF29}" srcOrd="0" destOrd="0" presId="urn:microsoft.com/office/officeart/2009/3/layout/RandomtoResultProcess"/>
    <dgm:cxn modelId="{2E23F90B-62F6-4C16-86C3-37B382BB6C94}" type="presParOf" srcId="{F25372CA-B762-40F3-98A5-C24C50FABF29}" destId="{CD7C85E1-8729-4A35-AF96-2C5946AF5A4A}" srcOrd="0" destOrd="0" presId="urn:microsoft.com/office/officeart/2009/3/layout/RandomtoResultProcess"/>
    <dgm:cxn modelId="{160B8AFA-2ED9-4749-821D-393F41BFA560}" type="presParOf" srcId="{F25372CA-B762-40F3-98A5-C24C50FABF29}" destId="{DE96F859-68D9-448F-8B86-63106686D674}" srcOrd="1" destOrd="0" presId="urn:microsoft.com/office/officeart/2009/3/layout/RandomtoResultProcess"/>
    <dgm:cxn modelId="{D2D24546-345D-4D38-BCAE-B6AABDEDC607}" type="presParOf" srcId="{F25372CA-B762-40F3-98A5-C24C50FABF29}" destId="{2B336134-D19B-44A8-ABC4-36E5126A2A3E}" srcOrd="2" destOrd="0" presId="urn:microsoft.com/office/officeart/2009/3/layout/RandomtoResultProcess"/>
    <dgm:cxn modelId="{1D475FB3-3AFB-475F-A2D0-8FAEF6ADA688}" type="presParOf" srcId="{F25372CA-B762-40F3-98A5-C24C50FABF29}" destId="{269E52B1-5542-4329-9D4C-EB9979BCDFEE}" srcOrd="3" destOrd="0" presId="urn:microsoft.com/office/officeart/2009/3/layout/RandomtoResultProcess"/>
    <dgm:cxn modelId="{4CDE6668-28E9-49D6-BE34-2B19A6D245F1}" type="presParOf" srcId="{F25372CA-B762-40F3-98A5-C24C50FABF29}" destId="{15A7C484-09B1-4BDE-B6B6-64D5F1A205F1}" srcOrd="4" destOrd="0" presId="urn:microsoft.com/office/officeart/2009/3/layout/RandomtoResultProcess"/>
    <dgm:cxn modelId="{830732A3-5341-4430-B880-CB98A289EB6E}" type="presParOf" srcId="{F25372CA-B762-40F3-98A5-C24C50FABF29}" destId="{706C339B-4150-484E-9555-B6EC68C70F78}" srcOrd="5" destOrd="0" presId="urn:microsoft.com/office/officeart/2009/3/layout/RandomtoResultProcess"/>
    <dgm:cxn modelId="{20EBEEC8-A6DA-4466-952D-3258BAEA4968}" type="presParOf" srcId="{F25372CA-B762-40F3-98A5-C24C50FABF29}" destId="{E22035EF-E285-44C3-916F-21421F6DCE38}" srcOrd="6" destOrd="0" presId="urn:microsoft.com/office/officeart/2009/3/layout/RandomtoResultProcess"/>
    <dgm:cxn modelId="{45861DC6-6534-45A5-89D4-F1078AA61143}" type="presParOf" srcId="{F25372CA-B762-40F3-98A5-C24C50FABF29}" destId="{4A914D30-3986-4013-BBB6-5DE1465D76D5}" srcOrd="7" destOrd="0" presId="urn:microsoft.com/office/officeart/2009/3/layout/RandomtoResultProcess"/>
    <dgm:cxn modelId="{F2249F64-3BF3-465C-B878-A92A1F97EC86}" type="presParOf" srcId="{F25372CA-B762-40F3-98A5-C24C50FABF29}" destId="{3CA5746F-476D-47CF-8C3F-D49701B59EE3}" srcOrd="8" destOrd="0" presId="urn:microsoft.com/office/officeart/2009/3/layout/RandomtoResultProcess"/>
    <dgm:cxn modelId="{A89A0D43-F323-40D6-8B96-825D782E1C45}" type="presParOf" srcId="{F25372CA-B762-40F3-98A5-C24C50FABF29}" destId="{9FC44C98-FC46-4229-834D-AED76FCF32D0}" srcOrd="9" destOrd="0" presId="urn:microsoft.com/office/officeart/2009/3/layout/RandomtoResultProcess"/>
    <dgm:cxn modelId="{8A599824-01DA-4828-B0CA-D2ABD32C232F}" type="presParOf" srcId="{F25372CA-B762-40F3-98A5-C24C50FABF29}" destId="{9AC21721-9975-49E9-AE0F-587C330BAABC}" srcOrd="10" destOrd="0" presId="urn:microsoft.com/office/officeart/2009/3/layout/RandomtoResultProcess"/>
    <dgm:cxn modelId="{26AC084D-A298-4D9B-9774-C405A4B82E43}" type="presParOf" srcId="{F25372CA-B762-40F3-98A5-C24C50FABF29}" destId="{6B83186E-D454-4589-9292-CB8693BE3AFA}" srcOrd="11" destOrd="0" presId="urn:microsoft.com/office/officeart/2009/3/layout/RandomtoResultProcess"/>
    <dgm:cxn modelId="{D5AE46E6-75E7-4BEC-A815-EC5B651387CE}" type="presParOf" srcId="{F25372CA-B762-40F3-98A5-C24C50FABF29}" destId="{BC4B43B3-9017-4E7D-8AEA-DB3E28ED8C51}" srcOrd="12" destOrd="0" presId="urn:microsoft.com/office/officeart/2009/3/layout/RandomtoResultProcess"/>
    <dgm:cxn modelId="{FC761999-66B9-4523-BF00-5498750E25A7}" type="presParOf" srcId="{F25372CA-B762-40F3-98A5-C24C50FABF29}" destId="{CE00D2C5-AB85-4D6F-B1C8-EF0A4C5BB1F8}" srcOrd="13" destOrd="0" presId="urn:microsoft.com/office/officeart/2009/3/layout/RandomtoResultProcess"/>
    <dgm:cxn modelId="{BDC0C1BC-2CBC-46E7-977B-B2599BF3334B}" type="presParOf" srcId="{F25372CA-B762-40F3-98A5-C24C50FABF29}" destId="{17CEF674-0FA6-4095-9F45-9888FE2112AB}" srcOrd="14" destOrd="0" presId="urn:microsoft.com/office/officeart/2009/3/layout/RandomtoResultProcess"/>
    <dgm:cxn modelId="{5866F0E6-612B-4B5F-BC0D-EA266FC13FD1}" type="presParOf" srcId="{F25372CA-B762-40F3-98A5-C24C50FABF29}" destId="{3263B395-C7BF-419F-8C09-DA00CD9EA3C9}" srcOrd="15" destOrd="0" presId="urn:microsoft.com/office/officeart/2009/3/layout/RandomtoResultProcess"/>
    <dgm:cxn modelId="{6C3E3FFE-594F-4CDD-9AB1-1B40EF9659D8}" type="presParOf" srcId="{F25372CA-B762-40F3-98A5-C24C50FABF29}" destId="{271236CE-6B46-4DFB-ABDF-0FB146B155FA}" srcOrd="16" destOrd="0" presId="urn:microsoft.com/office/officeart/2009/3/layout/RandomtoResultProcess"/>
    <dgm:cxn modelId="{50571349-C05F-40A6-AF69-678B9421880A}" type="presParOf" srcId="{F25372CA-B762-40F3-98A5-C24C50FABF29}" destId="{AF35FDBA-5855-4FAE-BF82-311C29CCFD14}" srcOrd="17" destOrd="0" presId="urn:microsoft.com/office/officeart/2009/3/layout/RandomtoResultProcess"/>
    <dgm:cxn modelId="{BB74A363-F869-4C5A-8FA5-26226E8B4D02}" type="presParOf" srcId="{F25372CA-B762-40F3-98A5-C24C50FABF29}" destId="{AF5D3CE9-8CE7-4F5F-959B-C0FE436F9F9C}" srcOrd="18" destOrd="0" presId="urn:microsoft.com/office/officeart/2009/3/layout/RandomtoResultProcess"/>
    <dgm:cxn modelId="{ED8115C3-6062-45D6-870E-0D2C2D94FCDA}" type="presParOf" srcId="{F25372CA-B762-40F3-98A5-C24C50FABF29}" destId="{D5EBC551-8867-4546-B551-DB86F1F235AC}" srcOrd="19" destOrd="0" presId="urn:microsoft.com/office/officeart/2009/3/layout/RandomtoResultProcess"/>
    <dgm:cxn modelId="{18FB0885-F37E-4948-AF2D-68796001929B}" type="presParOf" srcId="{F255154D-62D8-48B3-804E-DE938EFB6711}" destId="{56BF5AAB-007C-46C2-A77C-64947F8263ED}" srcOrd="1" destOrd="0" presId="urn:microsoft.com/office/officeart/2009/3/layout/RandomtoResultProcess"/>
    <dgm:cxn modelId="{83805626-E681-4231-8573-26FCCAAFF255}" type="presParOf" srcId="{56BF5AAB-007C-46C2-A77C-64947F8263ED}" destId="{1B718997-756A-4C51-A827-ADE4E6A60198}" srcOrd="0" destOrd="0" presId="urn:microsoft.com/office/officeart/2009/3/layout/RandomtoResultProcess"/>
    <dgm:cxn modelId="{5B36DBB8-B8D8-4546-BF75-D76A7393B4F8}" type="presParOf" srcId="{56BF5AAB-007C-46C2-A77C-64947F8263ED}" destId="{61B72F22-7B0B-41F7-975B-8F91C212C757}" srcOrd="1" destOrd="0" presId="urn:microsoft.com/office/officeart/2009/3/layout/RandomtoResultProcess"/>
    <dgm:cxn modelId="{806A37A5-5A48-4AE9-B747-4F28C94C1AF1}" type="presParOf" srcId="{F255154D-62D8-48B3-804E-DE938EFB6711}" destId="{7A9770F0-364C-467B-97EF-5E47AB17D215}" srcOrd="2" destOrd="0" presId="urn:microsoft.com/office/officeart/2009/3/layout/RandomtoResultProcess"/>
    <dgm:cxn modelId="{8417597B-8BDD-4D28-BD65-B6B01157B7A9}" type="presParOf" srcId="{F255154D-62D8-48B3-804E-DE938EFB6711}" destId="{FDE12963-070A-43F2-AE44-3CCC155EAB49}" srcOrd="3" destOrd="0" presId="urn:microsoft.com/office/officeart/2009/3/layout/RandomtoResultProcess"/>
    <dgm:cxn modelId="{9B8B08BB-3B7F-4891-943B-36CCB209A456}" type="presParOf" srcId="{FDE12963-070A-43F2-AE44-3CCC155EAB49}" destId="{4D204C3B-8799-44C4-8524-AF516EB4DE6A}" srcOrd="0" destOrd="0" presId="urn:microsoft.com/office/officeart/2009/3/layout/RandomtoResultProcess"/>
    <dgm:cxn modelId="{AC784E82-7C2B-4045-B1CF-D786F3215458}" type="presParOf" srcId="{FDE12963-070A-43F2-AE44-3CCC155EAB49}" destId="{60F2B40C-423D-4DB6-B0A5-3B051B32D921}" srcOrd="1" destOrd="0" presId="urn:microsoft.com/office/officeart/2009/3/layout/RandomtoResultProcess"/>
    <dgm:cxn modelId="{23432F2A-4FED-450C-9208-1749DAA93780}" type="presParOf" srcId="{F255154D-62D8-48B3-804E-DE938EFB6711}" destId="{DC04503D-8120-471E-9703-B9DBF3722562}" srcOrd="4" destOrd="0" presId="urn:microsoft.com/office/officeart/2009/3/layout/RandomtoResultProcess"/>
    <dgm:cxn modelId="{1FDECD72-7041-4F3A-9E5F-28CB4DF283E4}" type="presParOf" srcId="{DC04503D-8120-471E-9703-B9DBF3722562}" destId="{4B2798FF-89C4-4C44-B4CD-C2235BCC2583}" srcOrd="0" destOrd="0" presId="urn:microsoft.com/office/officeart/2009/3/layout/RandomtoResultProcess"/>
    <dgm:cxn modelId="{C9901CB3-C01A-4449-8318-0E80E6633CC6}" type="presParOf" srcId="{DC04503D-8120-471E-9703-B9DBF3722562}" destId="{208FBB7F-63DC-4C6D-80C9-9BBE8B9AC09D}" srcOrd="1" destOrd="0" presId="urn:microsoft.com/office/officeart/2009/3/layout/RandomtoResultProcess"/>
    <dgm:cxn modelId="{60E33826-5C17-45F5-B89D-DBA5A1FD5250}" type="presParOf" srcId="{DC04503D-8120-471E-9703-B9DBF3722562}" destId="{D636918F-6EA2-45DF-94EA-5ACF79F485D4}" srcOrd="2" destOrd="0" presId="urn:microsoft.com/office/officeart/2009/3/layout/RandomtoResultProcess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BE360CE-6000-483D-9F4A-F8EC674532EF}" type="doc">
      <dgm:prSet loTypeId="urn:microsoft.com/office/officeart/2005/8/layout/hProcess9" loCatId="process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da-DK"/>
        </a:p>
      </dgm:t>
    </dgm:pt>
    <dgm:pt modelId="{350D1D50-F38D-4D43-9BA1-FD824897197D}">
      <dgm:prSet/>
      <dgm:spPr/>
      <dgm:t>
        <a:bodyPr/>
        <a:lstStyle/>
        <a:p>
          <a:r>
            <a:rPr lang="en-GB" b="1" dirty="0"/>
            <a:t>Finite samples</a:t>
          </a:r>
          <a:endParaRPr lang="da-DK" b="1" dirty="0"/>
        </a:p>
      </dgm:t>
    </dgm:pt>
    <dgm:pt modelId="{5FFAEB8E-839D-41F1-A6F3-D03C9ED2FCBC}" type="parTrans" cxnId="{40923B5E-0535-4117-81AC-CE9B250DA0CA}">
      <dgm:prSet/>
      <dgm:spPr/>
      <dgm:t>
        <a:bodyPr/>
        <a:lstStyle/>
        <a:p>
          <a:endParaRPr lang="da-DK"/>
        </a:p>
      </dgm:t>
    </dgm:pt>
    <dgm:pt modelId="{A882FCE3-9284-4552-8EE6-8D97BFC7DBAF}" type="sibTrans" cxnId="{40923B5E-0535-4117-81AC-CE9B250DA0CA}">
      <dgm:prSet/>
      <dgm:spPr/>
      <dgm:t>
        <a:bodyPr/>
        <a:lstStyle/>
        <a:p>
          <a:endParaRPr lang="da-DK"/>
        </a:p>
      </dgm:t>
    </dgm:pt>
    <mc:AlternateContent xmlns:mc="http://schemas.openxmlformats.org/markup-compatibility/2006" xmlns:a14="http://schemas.microsoft.com/office/drawing/2010/main">
      <mc:Choice Requires="a14">
        <dgm:pt modelId="{BC053F5E-DF1A-4591-9548-F0F51300539A}">
          <dgm:prSet/>
          <dgm:spPr/>
          <dgm:t>
            <a:bodyPr/>
            <a:lstStyle/>
            <a:p>
              <a:pPr>
                <a:buNone/>
              </a:pPr>
              <a:r>
                <a:rPr lang="da-DK" dirty="0"/>
                <a:t>Estimate </a:t>
              </a:r>
              <a14:m>
                <m:oMath xmlns:m="http://schemas.openxmlformats.org/officeDocument/2006/math">
                  <m:r>
                    <a:rPr lang="da-DK" i="1" dirty="0" smtClean="0">
                      <a:latin typeface="Cambria Math" panose="02040503050406030204" pitchFamily="18" charset="0"/>
                    </a:rPr>
                    <m:t>𝑝</m:t>
                  </m:r>
                  <m:d>
                    <m:dPr>
                      <m:ctrlPr>
                        <a:rPr lang="en-GB" b="0" i="1" dirty="0" smtClean="0">
                          <a:latin typeface="Cambria Math" panose="02040503050406030204" pitchFamily="18" charset="0"/>
                        </a:rPr>
                      </m:ctrlPr>
                    </m:dPr>
                    <m:e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𝜃</m:t>
                      </m:r>
                    </m:e>
                  </m:d>
                </m:oMath>
              </a14:m>
              <a:r>
                <a:rPr lang="da-DK" dirty="0"/>
                <a:t> noisy histogram, not </a:t>
              </a:r>
              <a:r>
                <a:rPr lang="da-DK" dirty="0" err="1"/>
                <a:t>exact</a:t>
              </a:r>
              <a:r>
                <a:rPr lang="da-DK" dirty="0"/>
                <a:t> </a:t>
              </a:r>
              <a:r>
                <a:rPr lang="da-DK" dirty="0" err="1"/>
                <a:t>density</a:t>
              </a:r>
              <a:endParaRPr lang="da-DK" dirty="0"/>
            </a:p>
          </dgm:t>
        </dgm:pt>
      </mc:Choice>
      <mc:Fallback xmlns="">
        <dgm:pt modelId="{BC053F5E-DF1A-4591-9548-F0F51300539A}">
          <dgm:prSet/>
          <dgm:spPr/>
          <dgm:t>
            <a:bodyPr/>
            <a:lstStyle/>
            <a:p>
              <a:pPr>
                <a:buNone/>
              </a:pPr>
              <a:r>
                <a:rPr lang="da-DK" dirty="0"/>
                <a:t>Estimate </a:t>
              </a:r>
              <a:r>
                <a:rPr lang="da-DK" i="0" dirty="0">
                  <a:latin typeface="Cambria Math" panose="02040503050406030204" pitchFamily="18" charset="0"/>
                </a:rPr>
                <a:t>𝑝(</a:t>
              </a:r>
              <a:r>
                <a:rPr lang="en-GB" b="0" i="0" dirty="0">
                  <a:latin typeface="Cambria Math" panose="02040503050406030204" pitchFamily="18" charset="0"/>
                </a:rPr>
                <a:t>𝜃</a:t>
              </a:r>
              <a:r>
                <a:rPr lang="da-DK" b="0" i="0" dirty="0">
                  <a:latin typeface="Cambria Math" panose="02040503050406030204" pitchFamily="18" charset="0"/>
                </a:rPr>
                <a:t>)</a:t>
              </a:r>
              <a:r>
                <a:rPr lang="da-DK" dirty="0"/>
                <a:t> noisy histogram, not </a:t>
              </a:r>
              <a:r>
                <a:rPr lang="da-DK" dirty="0" err="1"/>
                <a:t>exact</a:t>
              </a:r>
              <a:r>
                <a:rPr lang="da-DK" dirty="0"/>
                <a:t> </a:t>
              </a:r>
              <a:r>
                <a:rPr lang="da-DK" dirty="0" err="1"/>
                <a:t>density</a:t>
              </a:r>
              <a:endParaRPr lang="da-DK" dirty="0"/>
            </a:p>
          </dgm:t>
        </dgm:pt>
      </mc:Fallback>
    </mc:AlternateContent>
    <dgm:pt modelId="{AED2549B-1619-4AFD-A8C5-8EC5A31BE553}" type="parTrans" cxnId="{9C854FB9-E024-4501-827C-0769B443BF16}">
      <dgm:prSet/>
      <dgm:spPr/>
      <dgm:t>
        <a:bodyPr/>
        <a:lstStyle/>
        <a:p>
          <a:endParaRPr lang="da-DK"/>
        </a:p>
      </dgm:t>
    </dgm:pt>
    <dgm:pt modelId="{0F581BA5-2C08-4E74-8FA4-23AA0D78CB2E}" type="sibTrans" cxnId="{9C854FB9-E024-4501-827C-0769B443BF16}">
      <dgm:prSet/>
      <dgm:spPr/>
      <dgm:t>
        <a:bodyPr/>
        <a:lstStyle/>
        <a:p>
          <a:endParaRPr lang="da-DK"/>
        </a:p>
      </dgm:t>
    </dgm:pt>
    <dgm:pt modelId="{F2359074-4979-4B1B-8CB0-BFCA812B1569}">
      <dgm:prSet/>
      <dgm:spPr/>
      <dgm:t>
        <a:bodyPr/>
        <a:lstStyle/>
        <a:p>
          <a:pPr>
            <a:buNone/>
          </a:pPr>
          <a:r>
            <a:rPr lang="en-GB" b="1" dirty="0"/>
            <a:t>Noise</a:t>
          </a:r>
          <a:endParaRPr lang="da-DK" b="1" dirty="0"/>
        </a:p>
      </dgm:t>
    </dgm:pt>
    <dgm:pt modelId="{878400C2-5FFF-44BB-9AE9-CD89999C2EC2}" type="parTrans" cxnId="{D1C14D8E-12B8-455E-A4DB-D9798C21F361}">
      <dgm:prSet/>
      <dgm:spPr/>
      <dgm:t>
        <a:bodyPr/>
        <a:lstStyle/>
        <a:p>
          <a:endParaRPr lang="da-DK"/>
        </a:p>
      </dgm:t>
    </dgm:pt>
    <dgm:pt modelId="{2258AFAD-5A54-4D67-BE9C-1FCAD289F188}" type="sibTrans" cxnId="{D1C14D8E-12B8-455E-A4DB-D9798C21F361}">
      <dgm:prSet/>
      <dgm:spPr/>
      <dgm:t>
        <a:bodyPr/>
        <a:lstStyle/>
        <a:p>
          <a:endParaRPr lang="da-DK"/>
        </a:p>
      </dgm:t>
    </dgm:pt>
    <dgm:pt modelId="{71F632F8-4025-461F-A141-56E9F9511CD8}">
      <dgm:prSet/>
      <dgm:spPr/>
      <dgm:t>
        <a:bodyPr/>
        <a:lstStyle/>
        <a:p>
          <a:pPr>
            <a:buNone/>
          </a:pPr>
          <a:r>
            <a:rPr lang="da-DK" dirty="0" err="1"/>
            <a:t>Experimental</a:t>
          </a:r>
          <a:r>
            <a:rPr lang="da-DK" dirty="0"/>
            <a:t> </a:t>
          </a:r>
          <a:r>
            <a:rPr lang="da-DK" dirty="0" err="1"/>
            <a:t>imperfections</a:t>
          </a:r>
          <a:r>
            <a:rPr lang="da-DK" dirty="0"/>
            <a:t> </a:t>
          </a:r>
          <a:r>
            <a:rPr lang="da-DK" dirty="0" err="1"/>
            <a:t>corrupt</a:t>
          </a:r>
          <a:r>
            <a:rPr lang="da-DK" dirty="0"/>
            <a:t> </a:t>
          </a:r>
          <a:r>
            <a:rPr lang="da-DK" dirty="0" err="1"/>
            <a:t>measured</a:t>
          </a:r>
          <a:r>
            <a:rPr lang="da-DK" dirty="0"/>
            <a:t> distribution </a:t>
          </a:r>
          <a:r>
            <a:rPr lang="da-DK" dirty="0" err="1"/>
            <a:t>further</a:t>
          </a:r>
          <a:endParaRPr lang="da-DK" dirty="0"/>
        </a:p>
      </dgm:t>
    </dgm:pt>
    <dgm:pt modelId="{4574CC79-8E16-45EC-B49A-031DC966C42D}" type="parTrans" cxnId="{462DE249-E8A1-489F-BD91-9F853B1A0E37}">
      <dgm:prSet/>
      <dgm:spPr/>
      <dgm:t>
        <a:bodyPr/>
        <a:lstStyle/>
        <a:p>
          <a:endParaRPr lang="da-DK"/>
        </a:p>
      </dgm:t>
    </dgm:pt>
    <dgm:pt modelId="{EB64A670-C7DA-4448-A06E-CE26A7697946}" type="sibTrans" cxnId="{462DE249-E8A1-489F-BD91-9F853B1A0E37}">
      <dgm:prSet/>
      <dgm:spPr/>
      <dgm:t>
        <a:bodyPr/>
        <a:lstStyle/>
        <a:p>
          <a:endParaRPr lang="da-DK"/>
        </a:p>
      </dgm:t>
    </dgm:pt>
    <dgm:pt modelId="{5CB98F12-F8A0-4B37-AF89-C6F4F55A92EA}" type="pres">
      <dgm:prSet presAssocID="{8BE360CE-6000-483D-9F4A-F8EC674532EF}" presName="CompostProcess" presStyleCnt="0">
        <dgm:presLayoutVars>
          <dgm:dir/>
          <dgm:resizeHandles val="exact"/>
        </dgm:presLayoutVars>
      </dgm:prSet>
      <dgm:spPr/>
    </dgm:pt>
    <dgm:pt modelId="{C48A41B7-9540-4D4A-BC29-779DD9E1DD70}" type="pres">
      <dgm:prSet presAssocID="{8BE360CE-6000-483D-9F4A-F8EC674532EF}" presName="arrow" presStyleLbl="bgShp" presStyleIdx="0" presStyleCnt="1"/>
      <dgm:spPr/>
    </dgm:pt>
    <dgm:pt modelId="{616806BB-F888-4DB2-87CF-C57B8257EE8D}" type="pres">
      <dgm:prSet presAssocID="{8BE360CE-6000-483D-9F4A-F8EC674532EF}" presName="linearProcess" presStyleCnt="0"/>
      <dgm:spPr/>
    </dgm:pt>
    <dgm:pt modelId="{BBF00077-5AC5-4B4D-A455-954BB82E3503}" type="pres">
      <dgm:prSet presAssocID="{350D1D50-F38D-4D43-9BA1-FD824897197D}" presName="textNode" presStyleLbl="node1" presStyleIdx="0" presStyleCnt="2">
        <dgm:presLayoutVars>
          <dgm:bulletEnabled val="1"/>
        </dgm:presLayoutVars>
      </dgm:prSet>
      <dgm:spPr/>
    </dgm:pt>
    <dgm:pt modelId="{7348EF2C-7DC6-49ED-B597-A3AC3B524A03}" type="pres">
      <dgm:prSet presAssocID="{A882FCE3-9284-4552-8EE6-8D97BFC7DBAF}" presName="sibTrans" presStyleCnt="0"/>
      <dgm:spPr/>
    </dgm:pt>
    <dgm:pt modelId="{A5AB4868-44AF-4A33-B9C4-3FEB5E203658}" type="pres">
      <dgm:prSet presAssocID="{F2359074-4979-4B1B-8CB0-BFCA812B1569}" presName="textNode" presStyleLbl="node1" presStyleIdx="1" presStyleCnt="2">
        <dgm:presLayoutVars>
          <dgm:bulletEnabled val="1"/>
        </dgm:presLayoutVars>
      </dgm:prSet>
      <dgm:spPr/>
    </dgm:pt>
  </dgm:ptLst>
  <dgm:cxnLst>
    <dgm:cxn modelId="{F3D28F11-4CB8-463F-8F03-D41904869F56}" type="presOf" srcId="{350D1D50-F38D-4D43-9BA1-FD824897197D}" destId="{BBF00077-5AC5-4B4D-A455-954BB82E3503}" srcOrd="0" destOrd="0" presId="urn:microsoft.com/office/officeart/2005/8/layout/hProcess9"/>
    <dgm:cxn modelId="{40923B5E-0535-4117-81AC-CE9B250DA0CA}" srcId="{8BE360CE-6000-483D-9F4A-F8EC674532EF}" destId="{350D1D50-F38D-4D43-9BA1-FD824897197D}" srcOrd="0" destOrd="0" parTransId="{5FFAEB8E-839D-41F1-A6F3-D03C9ED2FCBC}" sibTransId="{A882FCE3-9284-4552-8EE6-8D97BFC7DBAF}"/>
    <dgm:cxn modelId="{462DE249-E8A1-489F-BD91-9F853B1A0E37}" srcId="{F2359074-4979-4B1B-8CB0-BFCA812B1569}" destId="{71F632F8-4025-461F-A141-56E9F9511CD8}" srcOrd="0" destOrd="0" parTransId="{4574CC79-8E16-45EC-B49A-031DC966C42D}" sibTransId="{EB64A670-C7DA-4448-A06E-CE26A7697946}"/>
    <dgm:cxn modelId="{A0748E71-BC54-4619-9EC5-9CBED8DBBC4C}" type="presOf" srcId="{8BE360CE-6000-483D-9F4A-F8EC674532EF}" destId="{5CB98F12-F8A0-4B37-AF89-C6F4F55A92EA}" srcOrd="0" destOrd="0" presId="urn:microsoft.com/office/officeart/2005/8/layout/hProcess9"/>
    <dgm:cxn modelId="{4D90EC72-B49B-4AC0-919D-31F6A70AB9C5}" type="presOf" srcId="{71F632F8-4025-461F-A141-56E9F9511CD8}" destId="{A5AB4868-44AF-4A33-B9C4-3FEB5E203658}" srcOrd="0" destOrd="1" presId="urn:microsoft.com/office/officeart/2005/8/layout/hProcess9"/>
    <dgm:cxn modelId="{6C662C8B-4401-465E-A5BC-3A94CE777975}" type="presOf" srcId="{F2359074-4979-4B1B-8CB0-BFCA812B1569}" destId="{A5AB4868-44AF-4A33-B9C4-3FEB5E203658}" srcOrd="0" destOrd="0" presId="urn:microsoft.com/office/officeart/2005/8/layout/hProcess9"/>
    <dgm:cxn modelId="{D1C14D8E-12B8-455E-A4DB-D9798C21F361}" srcId="{8BE360CE-6000-483D-9F4A-F8EC674532EF}" destId="{F2359074-4979-4B1B-8CB0-BFCA812B1569}" srcOrd="1" destOrd="0" parTransId="{878400C2-5FFF-44BB-9AE9-CD89999C2EC2}" sibTransId="{2258AFAD-5A54-4D67-BE9C-1FCAD289F188}"/>
    <dgm:cxn modelId="{9C854FB9-E024-4501-827C-0769B443BF16}" srcId="{350D1D50-F38D-4D43-9BA1-FD824897197D}" destId="{BC053F5E-DF1A-4591-9548-F0F51300539A}" srcOrd="0" destOrd="0" parTransId="{AED2549B-1619-4AFD-A8C5-8EC5A31BE553}" sibTransId="{0F581BA5-2C08-4E74-8FA4-23AA0D78CB2E}"/>
    <dgm:cxn modelId="{B16E0EC4-9160-4E07-81D5-3D9C7F817554}" type="presOf" srcId="{BC053F5E-DF1A-4591-9548-F0F51300539A}" destId="{BBF00077-5AC5-4B4D-A455-954BB82E3503}" srcOrd="0" destOrd="1" presId="urn:microsoft.com/office/officeart/2005/8/layout/hProcess9"/>
    <dgm:cxn modelId="{00525F09-5002-4EF8-8488-D7F8E126B9CF}" type="presParOf" srcId="{5CB98F12-F8A0-4B37-AF89-C6F4F55A92EA}" destId="{C48A41B7-9540-4D4A-BC29-779DD9E1DD70}" srcOrd="0" destOrd="0" presId="urn:microsoft.com/office/officeart/2005/8/layout/hProcess9"/>
    <dgm:cxn modelId="{B6A4A5DE-4F57-493A-92C6-F75712349BA8}" type="presParOf" srcId="{5CB98F12-F8A0-4B37-AF89-C6F4F55A92EA}" destId="{616806BB-F888-4DB2-87CF-C57B8257EE8D}" srcOrd="1" destOrd="0" presId="urn:microsoft.com/office/officeart/2005/8/layout/hProcess9"/>
    <dgm:cxn modelId="{22AA62F9-74AE-4C6B-924C-C40007809420}" type="presParOf" srcId="{616806BB-F888-4DB2-87CF-C57B8257EE8D}" destId="{BBF00077-5AC5-4B4D-A455-954BB82E3503}" srcOrd="0" destOrd="0" presId="urn:microsoft.com/office/officeart/2005/8/layout/hProcess9"/>
    <dgm:cxn modelId="{55EBBB67-67CA-4C03-A8EF-11AF3827A3D3}" type="presParOf" srcId="{616806BB-F888-4DB2-87CF-C57B8257EE8D}" destId="{7348EF2C-7DC6-49ED-B597-A3AC3B524A03}" srcOrd="1" destOrd="0" presId="urn:microsoft.com/office/officeart/2005/8/layout/hProcess9"/>
    <dgm:cxn modelId="{8EAFC726-11B1-4F41-892D-8DAF630C52AE}" type="presParOf" srcId="{616806BB-F888-4DB2-87CF-C57B8257EE8D}" destId="{A5AB4868-44AF-4A33-B9C4-3FEB5E203658}" srcOrd="2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BE360CE-6000-483D-9F4A-F8EC674532EF}" type="doc">
      <dgm:prSet loTypeId="urn:microsoft.com/office/officeart/2005/8/layout/hProcess9" loCatId="process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da-DK"/>
        </a:p>
      </dgm:t>
    </dgm:pt>
    <dgm:pt modelId="{350D1D50-F38D-4D43-9BA1-FD824897197D}">
      <dgm:prSet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da-DK">
              <a:noFill/>
            </a:rPr>
            <a:t> </a:t>
          </a:r>
        </a:p>
      </dgm:t>
    </dgm:pt>
    <dgm:pt modelId="{5FFAEB8E-839D-41F1-A6F3-D03C9ED2FCBC}" type="parTrans" cxnId="{40923B5E-0535-4117-81AC-CE9B250DA0CA}">
      <dgm:prSet/>
      <dgm:spPr/>
      <dgm:t>
        <a:bodyPr/>
        <a:lstStyle/>
        <a:p>
          <a:endParaRPr lang="da-DK"/>
        </a:p>
      </dgm:t>
    </dgm:pt>
    <dgm:pt modelId="{A882FCE3-9284-4552-8EE6-8D97BFC7DBAF}" type="sibTrans" cxnId="{40923B5E-0535-4117-81AC-CE9B250DA0CA}">
      <dgm:prSet/>
      <dgm:spPr/>
      <dgm:t>
        <a:bodyPr/>
        <a:lstStyle/>
        <a:p>
          <a:endParaRPr lang="da-DK"/>
        </a:p>
      </dgm:t>
    </dgm:pt>
    <dgm:pt modelId="{BC053F5E-DF1A-4591-9548-F0F51300539A}">
      <dgm:prSet/>
      <dgm:spPr/>
      <dgm:t>
        <a:bodyPr/>
        <a:lstStyle/>
        <a:p>
          <a:r>
            <a:rPr lang="da-DK">
              <a:noFill/>
            </a:rPr>
            <a:t> </a:t>
          </a:r>
        </a:p>
      </dgm:t>
    </dgm:pt>
    <dgm:pt modelId="{AED2549B-1619-4AFD-A8C5-8EC5A31BE553}" type="parTrans" cxnId="{9C854FB9-E024-4501-827C-0769B443BF16}">
      <dgm:prSet/>
      <dgm:spPr/>
      <dgm:t>
        <a:bodyPr/>
        <a:lstStyle/>
        <a:p>
          <a:endParaRPr lang="da-DK"/>
        </a:p>
      </dgm:t>
    </dgm:pt>
    <dgm:pt modelId="{0F581BA5-2C08-4E74-8FA4-23AA0D78CB2E}" type="sibTrans" cxnId="{9C854FB9-E024-4501-827C-0769B443BF16}">
      <dgm:prSet/>
      <dgm:spPr/>
      <dgm:t>
        <a:bodyPr/>
        <a:lstStyle/>
        <a:p>
          <a:endParaRPr lang="da-DK"/>
        </a:p>
      </dgm:t>
    </dgm:pt>
    <dgm:pt modelId="{F2359074-4979-4B1B-8CB0-BFCA812B1569}">
      <dgm:prSet/>
      <dgm:spPr/>
      <dgm:t>
        <a:bodyPr/>
        <a:lstStyle/>
        <a:p>
          <a:pPr>
            <a:buNone/>
          </a:pPr>
          <a:r>
            <a:rPr lang="en-GB" b="1" dirty="0"/>
            <a:t>Noise</a:t>
          </a:r>
          <a:endParaRPr lang="da-DK" b="1" dirty="0"/>
        </a:p>
      </dgm:t>
    </dgm:pt>
    <dgm:pt modelId="{878400C2-5FFF-44BB-9AE9-CD89999C2EC2}" type="parTrans" cxnId="{D1C14D8E-12B8-455E-A4DB-D9798C21F361}">
      <dgm:prSet/>
      <dgm:spPr/>
      <dgm:t>
        <a:bodyPr/>
        <a:lstStyle/>
        <a:p>
          <a:endParaRPr lang="da-DK"/>
        </a:p>
      </dgm:t>
    </dgm:pt>
    <dgm:pt modelId="{2258AFAD-5A54-4D67-BE9C-1FCAD289F188}" type="sibTrans" cxnId="{D1C14D8E-12B8-455E-A4DB-D9798C21F361}">
      <dgm:prSet/>
      <dgm:spPr/>
      <dgm:t>
        <a:bodyPr/>
        <a:lstStyle/>
        <a:p>
          <a:endParaRPr lang="da-DK"/>
        </a:p>
      </dgm:t>
    </dgm:pt>
    <dgm:pt modelId="{71F632F8-4025-461F-A141-56E9F9511CD8}">
      <dgm:prSet/>
      <dgm:spPr/>
      <dgm:t>
        <a:bodyPr/>
        <a:lstStyle/>
        <a:p>
          <a:pPr>
            <a:buNone/>
          </a:pPr>
          <a:r>
            <a:rPr lang="da-DK" dirty="0" err="1"/>
            <a:t>Experimental</a:t>
          </a:r>
          <a:r>
            <a:rPr lang="da-DK" dirty="0"/>
            <a:t> </a:t>
          </a:r>
          <a:r>
            <a:rPr lang="da-DK" dirty="0" err="1"/>
            <a:t>imperfections</a:t>
          </a:r>
          <a:r>
            <a:rPr lang="da-DK" dirty="0"/>
            <a:t> </a:t>
          </a:r>
          <a:r>
            <a:rPr lang="da-DK" dirty="0" err="1"/>
            <a:t>corrupt</a:t>
          </a:r>
          <a:r>
            <a:rPr lang="da-DK" dirty="0"/>
            <a:t> </a:t>
          </a:r>
          <a:r>
            <a:rPr lang="da-DK" dirty="0" err="1"/>
            <a:t>measured</a:t>
          </a:r>
          <a:r>
            <a:rPr lang="da-DK" dirty="0"/>
            <a:t> distribution </a:t>
          </a:r>
          <a:r>
            <a:rPr lang="da-DK" dirty="0" err="1"/>
            <a:t>further</a:t>
          </a:r>
          <a:endParaRPr lang="da-DK" dirty="0"/>
        </a:p>
      </dgm:t>
    </dgm:pt>
    <dgm:pt modelId="{4574CC79-8E16-45EC-B49A-031DC966C42D}" type="parTrans" cxnId="{462DE249-E8A1-489F-BD91-9F853B1A0E37}">
      <dgm:prSet/>
      <dgm:spPr/>
      <dgm:t>
        <a:bodyPr/>
        <a:lstStyle/>
        <a:p>
          <a:endParaRPr lang="da-DK"/>
        </a:p>
      </dgm:t>
    </dgm:pt>
    <dgm:pt modelId="{EB64A670-C7DA-4448-A06E-CE26A7697946}" type="sibTrans" cxnId="{462DE249-E8A1-489F-BD91-9F853B1A0E37}">
      <dgm:prSet/>
      <dgm:spPr/>
      <dgm:t>
        <a:bodyPr/>
        <a:lstStyle/>
        <a:p>
          <a:endParaRPr lang="da-DK"/>
        </a:p>
      </dgm:t>
    </dgm:pt>
    <dgm:pt modelId="{5CB98F12-F8A0-4B37-AF89-C6F4F55A92EA}" type="pres">
      <dgm:prSet presAssocID="{8BE360CE-6000-483D-9F4A-F8EC674532EF}" presName="CompostProcess" presStyleCnt="0">
        <dgm:presLayoutVars>
          <dgm:dir/>
          <dgm:resizeHandles val="exact"/>
        </dgm:presLayoutVars>
      </dgm:prSet>
      <dgm:spPr/>
    </dgm:pt>
    <dgm:pt modelId="{C48A41B7-9540-4D4A-BC29-779DD9E1DD70}" type="pres">
      <dgm:prSet presAssocID="{8BE360CE-6000-483D-9F4A-F8EC674532EF}" presName="arrow" presStyleLbl="bgShp" presStyleIdx="0" presStyleCnt="1"/>
      <dgm:spPr/>
    </dgm:pt>
    <dgm:pt modelId="{616806BB-F888-4DB2-87CF-C57B8257EE8D}" type="pres">
      <dgm:prSet presAssocID="{8BE360CE-6000-483D-9F4A-F8EC674532EF}" presName="linearProcess" presStyleCnt="0"/>
      <dgm:spPr/>
    </dgm:pt>
    <dgm:pt modelId="{BBF00077-5AC5-4B4D-A455-954BB82E3503}" type="pres">
      <dgm:prSet presAssocID="{350D1D50-F38D-4D43-9BA1-FD824897197D}" presName="textNode" presStyleLbl="node1" presStyleIdx="0" presStyleCnt="2">
        <dgm:presLayoutVars>
          <dgm:bulletEnabled val="1"/>
        </dgm:presLayoutVars>
      </dgm:prSet>
      <dgm:spPr/>
    </dgm:pt>
    <dgm:pt modelId="{7348EF2C-7DC6-49ED-B597-A3AC3B524A03}" type="pres">
      <dgm:prSet presAssocID="{A882FCE3-9284-4552-8EE6-8D97BFC7DBAF}" presName="sibTrans" presStyleCnt="0"/>
      <dgm:spPr/>
    </dgm:pt>
    <dgm:pt modelId="{A5AB4868-44AF-4A33-B9C4-3FEB5E203658}" type="pres">
      <dgm:prSet presAssocID="{F2359074-4979-4B1B-8CB0-BFCA812B1569}" presName="textNode" presStyleLbl="node1" presStyleIdx="1" presStyleCnt="2">
        <dgm:presLayoutVars>
          <dgm:bulletEnabled val="1"/>
        </dgm:presLayoutVars>
      </dgm:prSet>
      <dgm:spPr/>
    </dgm:pt>
  </dgm:ptLst>
  <dgm:cxnLst>
    <dgm:cxn modelId="{F3D28F11-4CB8-463F-8F03-D41904869F56}" type="presOf" srcId="{350D1D50-F38D-4D43-9BA1-FD824897197D}" destId="{BBF00077-5AC5-4B4D-A455-954BB82E3503}" srcOrd="0" destOrd="0" presId="urn:microsoft.com/office/officeart/2005/8/layout/hProcess9"/>
    <dgm:cxn modelId="{40923B5E-0535-4117-81AC-CE9B250DA0CA}" srcId="{8BE360CE-6000-483D-9F4A-F8EC674532EF}" destId="{350D1D50-F38D-4D43-9BA1-FD824897197D}" srcOrd="0" destOrd="0" parTransId="{5FFAEB8E-839D-41F1-A6F3-D03C9ED2FCBC}" sibTransId="{A882FCE3-9284-4552-8EE6-8D97BFC7DBAF}"/>
    <dgm:cxn modelId="{462DE249-E8A1-489F-BD91-9F853B1A0E37}" srcId="{F2359074-4979-4B1B-8CB0-BFCA812B1569}" destId="{71F632F8-4025-461F-A141-56E9F9511CD8}" srcOrd="0" destOrd="0" parTransId="{4574CC79-8E16-45EC-B49A-031DC966C42D}" sibTransId="{EB64A670-C7DA-4448-A06E-CE26A7697946}"/>
    <dgm:cxn modelId="{A0748E71-BC54-4619-9EC5-9CBED8DBBC4C}" type="presOf" srcId="{8BE360CE-6000-483D-9F4A-F8EC674532EF}" destId="{5CB98F12-F8A0-4B37-AF89-C6F4F55A92EA}" srcOrd="0" destOrd="0" presId="urn:microsoft.com/office/officeart/2005/8/layout/hProcess9"/>
    <dgm:cxn modelId="{4D90EC72-B49B-4AC0-919D-31F6A70AB9C5}" type="presOf" srcId="{71F632F8-4025-461F-A141-56E9F9511CD8}" destId="{A5AB4868-44AF-4A33-B9C4-3FEB5E203658}" srcOrd="0" destOrd="1" presId="urn:microsoft.com/office/officeart/2005/8/layout/hProcess9"/>
    <dgm:cxn modelId="{6C662C8B-4401-465E-A5BC-3A94CE777975}" type="presOf" srcId="{F2359074-4979-4B1B-8CB0-BFCA812B1569}" destId="{A5AB4868-44AF-4A33-B9C4-3FEB5E203658}" srcOrd="0" destOrd="0" presId="urn:microsoft.com/office/officeart/2005/8/layout/hProcess9"/>
    <dgm:cxn modelId="{D1C14D8E-12B8-455E-A4DB-D9798C21F361}" srcId="{8BE360CE-6000-483D-9F4A-F8EC674532EF}" destId="{F2359074-4979-4B1B-8CB0-BFCA812B1569}" srcOrd="1" destOrd="0" parTransId="{878400C2-5FFF-44BB-9AE9-CD89999C2EC2}" sibTransId="{2258AFAD-5A54-4D67-BE9C-1FCAD289F188}"/>
    <dgm:cxn modelId="{9C854FB9-E024-4501-827C-0769B443BF16}" srcId="{350D1D50-F38D-4D43-9BA1-FD824897197D}" destId="{BC053F5E-DF1A-4591-9548-F0F51300539A}" srcOrd="0" destOrd="0" parTransId="{AED2549B-1619-4AFD-A8C5-8EC5A31BE553}" sibTransId="{0F581BA5-2C08-4E74-8FA4-23AA0D78CB2E}"/>
    <dgm:cxn modelId="{B16E0EC4-9160-4E07-81D5-3D9C7F817554}" type="presOf" srcId="{BC053F5E-DF1A-4591-9548-F0F51300539A}" destId="{BBF00077-5AC5-4B4D-A455-954BB82E3503}" srcOrd="0" destOrd="1" presId="urn:microsoft.com/office/officeart/2005/8/layout/hProcess9"/>
    <dgm:cxn modelId="{00525F09-5002-4EF8-8488-D7F8E126B9CF}" type="presParOf" srcId="{5CB98F12-F8A0-4B37-AF89-C6F4F55A92EA}" destId="{C48A41B7-9540-4D4A-BC29-779DD9E1DD70}" srcOrd="0" destOrd="0" presId="urn:microsoft.com/office/officeart/2005/8/layout/hProcess9"/>
    <dgm:cxn modelId="{B6A4A5DE-4F57-493A-92C6-F75712349BA8}" type="presParOf" srcId="{5CB98F12-F8A0-4B37-AF89-C6F4F55A92EA}" destId="{616806BB-F888-4DB2-87CF-C57B8257EE8D}" srcOrd="1" destOrd="0" presId="urn:microsoft.com/office/officeart/2005/8/layout/hProcess9"/>
    <dgm:cxn modelId="{22AA62F9-74AE-4C6B-924C-C40007809420}" type="presParOf" srcId="{616806BB-F888-4DB2-87CF-C57B8257EE8D}" destId="{BBF00077-5AC5-4B4D-A455-954BB82E3503}" srcOrd="0" destOrd="0" presId="urn:microsoft.com/office/officeart/2005/8/layout/hProcess9"/>
    <dgm:cxn modelId="{55EBBB67-67CA-4C03-A8EF-11AF3827A3D3}" type="presParOf" srcId="{616806BB-F888-4DB2-87CF-C57B8257EE8D}" destId="{7348EF2C-7DC6-49ED-B597-A3AC3B524A03}" srcOrd="1" destOrd="0" presId="urn:microsoft.com/office/officeart/2005/8/layout/hProcess9"/>
    <dgm:cxn modelId="{8EAFC726-11B1-4F41-892D-8DAF630C52AE}" type="presParOf" srcId="{616806BB-F888-4DB2-87CF-C57B8257EE8D}" destId="{A5AB4868-44AF-4A33-B9C4-3FEB5E203658}" srcOrd="2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E86B8F0-9DA1-48AF-AEBD-A4F53668CD45}" type="doc">
      <dgm:prSet loTypeId="urn:microsoft.com/office/officeart/2005/8/layout/vList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da-DK"/>
        </a:p>
      </dgm:t>
    </dgm:pt>
    <dgm:pt modelId="{792AAE50-548C-417D-98F5-EBADD5C45CEF}">
      <dgm:prSet phldrT="[Text]" phldr="0" custT="1"/>
      <dgm:spPr/>
      <dgm:t>
        <a:bodyPr/>
        <a:lstStyle/>
        <a:p>
          <a:r>
            <a:rPr lang="en-GB" sz="3200" b="1" dirty="0">
              <a:latin typeface="Neo Sans Std" panose="020B05040305040B0204" pitchFamily="34" charset="0"/>
            </a:rPr>
            <a:t>How does MLE work in general</a:t>
          </a:r>
          <a:endParaRPr lang="da-DK" sz="3200" b="1" dirty="0">
            <a:latin typeface="Neo Sans Std" panose="020B05040305040B0204" pitchFamily="34" charset="0"/>
          </a:endParaRPr>
        </a:p>
      </dgm:t>
    </dgm:pt>
    <dgm:pt modelId="{A003C867-26C8-4467-8783-AED01A037F39}" type="parTrans" cxnId="{F0D4D4CD-C79C-41E8-96EA-F04967D79083}">
      <dgm:prSet/>
      <dgm:spPr/>
      <dgm:t>
        <a:bodyPr/>
        <a:lstStyle/>
        <a:p>
          <a:endParaRPr lang="da-DK" sz="3200" b="1">
            <a:latin typeface="Neo Sans Std" panose="020B05040305040B0204" pitchFamily="34" charset="0"/>
          </a:endParaRPr>
        </a:p>
      </dgm:t>
    </dgm:pt>
    <dgm:pt modelId="{4BD1B9C1-B3B9-43E0-90C5-EF291D2A6260}" type="sibTrans" cxnId="{F0D4D4CD-C79C-41E8-96EA-F04967D79083}">
      <dgm:prSet/>
      <dgm:spPr/>
      <dgm:t>
        <a:bodyPr/>
        <a:lstStyle/>
        <a:p>
          <a:endParaRPr lang="da-DK" sz="3200" b="1">
            <a:latin typeface="Neo Sans Std" panose="020B05040305040B0204" pitchFamily="34" charset="0"/>
          </a:endParaRPr>
        </a:p>
      </dgm:t>
    </dgm:pt>
    <dgm:pt modelId="{8551EB73-41EA-4C62-A380-529A6F2A1DCC}">
      <dgm:prSet phldrT="[Text]" phldr="0" custT="1"/>
      <dgm:spPr/>
      <dgm:t>
        <a:bodyPr/>
        <a:lstStyle/>
        <a:p>
          <a:r>
            <a:rPr lang="en-GB" sz="3200" b="1" dirty="0">
              <a:latin typeface="Neo Sans Std" panose="020B05040305040B0204" pitchFamily="34" charset="0"/>
            </a:rPr>
            <a:t>MLE for Quantum State Tomography</a:t>
          </a:r>
          <a:endParaRPr lang="da-DK" sz="3200" b="1" dirty="0">
            <a:latin typeface="Neo Sans Std" panose="020B05040305040B0204" pitchFamily="34" charset="0"/>
          </a:endParaRPr>
        </a:p>
      </dgm:t>
    </dgm:pt>
    <dgm:pt modelId="{03DCA8CD-706B-4AAF-BEF5-071AC3D9B4C2}" type="parTrans" cxnId="{4E60804A-8F86-4EEF-B4BC-8226642E322D}">
      <dgm:prSet/>
      <dgm:spPr/>
      <dgm:t>
        <a:bodyPr/>
        <a:lstStyle/>
        <a:p>
          <a:endParaRPr lang="da-DK" sz="3200" b="1">
            <a:latin typeface="Neo Sans Std" panose="020B05040305040B0204" pitchFamily="34" charset="0"/>
          </a:endParaRPr>
        </a:p>
      </dgm:t>
    </dgm:pt>
    <dgm:pt modelId="{FA28BBCD-798E-4F75-95CC-2A16BA319248}" type="sibTrans" cxnId="{4E60804A-8F86-4EEF-B4BC-8226642E322D}">
      <dgm:prSet/>
      <dgm:spPr/>
      <dgm:t>
        <a:bodyPr/>
        <a:lstStyle/>
        <a:p>
          <a:endParaRPr lang="da-DK" sz="3200" b="1">
            <a:latin typeface="Neo Sans Std" panose="020B05040305040B0204" pitchFamily="34" charset="0"/>
          </a:endParaRPr>
        </a:p>
      </dgm:t>
    </dgm:pt>
    <dgm:pt modelId="{6A53DBDC-693F-4580-914F-002AAD5AA9FD}">
      <dgm:prSet phldrT="[Text]" phldr="0" custT="1"/>
      <dgm:spPr/>
      <dgm:t>
        <a:bodyPr/>
        <a:lstStyle/>
        <a:p>
          <a:r>
            <a:rPr lang="en-GB" sz="3200" b="1" dirty="0">
              <a:latin typeface="Neo Sans Std" panose="020B05040305040B0204" pitchFamily="34" charset="0"/>
            </a:rPr>
            <a:t>Implementation</a:t>
          </a:r>
          <a:endParaRPr lang="da-DK" sz="3200" b="1" dirty="0">
            <a:latin typeface="Neo Sans Std" panose="020B05040305040B0204" pitchFamily="34" charset="0"/>
          </a:endParaRPr>
        </a:p>
      </dgm:t>
    </dgm:pt>
    <dgm:pt modelId="{747F7641-2F83-4358-9F3B-D97B3C496EDB}" type="parTrans" cxnId="{955224E9-8FDE-445A-8485-47A58992476E}">
      <dgm:prSet/>
      <dgm:spPr/>
      <dgm:t>
        <a:bodyPr/>
        <a:lstStyle/>
        <a:p>
          <a:endParaRPr lang="da-DK" sz="3200" b="1">
            <a:latin typeface="Neo Sans Std" panose="020B05040305040B0204" pitchFamily="34" charset="0"/>
          </a:endParaRPr>
        </a:p>
      </dgm:t>
    </dgm:pt>
    <dgm:pt modelId="{3910FFE9-1301-45E0-95A7-EC6BD4D5E90D}" type="sibTrans" cxnId="{955224E9-8FDE-445A-8485-47A58992476E}">
      <dgm:prSet/>
      <dgm:spPr/>
      <dgm:t>
        <a:bodyPr/>
        <a:lstStyle/>
        <a:p>
          <a:endParaRPr lang="da-DK" sz="3200" b="1">
            <a:latin typeface="Neo Sans Std" panose="020B05040305040B0204" pitchFamily="34" charset="0"/>
          </a:endParaRPr>
        </a:p>
      </dgm:t>
    </dgm:pt>
    <dgm:pt modelId="{4E4A43E8-5D93-466E-B61E-6FC34D45E77F}" type="pres">
      <dgm:prSet presAssocID="{AE86B8F0-9DA1-48AF-AEBD-A4F53668CD45}" presName="linear" presStyleCnt="0">
        <dgm:presLayoutVars>
          <dgm:animLvl val="lvl"/>
          <dgm:resizeHandles val="exact"/>
        </dgm:presLayoutVars>
      </dgm:prSet>
      <dgm:spPr/>
    </dgm:pt>
    <dgm:pt modelId="{492EFFCD-3D12-4AE3-A4B9-F686D10F96DB}" type="pres">
      <dgm:prSet presAssocID="{792AAE50-548C-417D-98F5-EBADD5C45CE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A7FDF94-753E-4A49-A867-B9FB15663706}" type="pres">
      <dgm:prSet presAssocID="{4BD1B9C1-B3B9-43E0-90C5-EF291D2A6260}" presName="spacer" presStyleCnt="0"/>
      <dgm:spPr/>
    </dgm:pt>
    <dgm:pt modelId="{16FFF95B-1D63-48C6-A6D5-84692CC1295B}" type="pres">
      <dgm:prSet presAssocID="{8551EB73-41EA-4C62-A380-529A6F2A1DC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AC3F44D-722F-4B92-B7CC-0A2AC70A135E}" type="pres">
      <dgm:prSet presAssocID="{FA28BBCD-798E-4F75-95CC-2A16BA319248}" presName="spacer" presStyleCnt="0"/>
      <dgm:spPr/>
    </dgm:pt>
    <dgm:pt modelId="{89E1746C-6BDA-4206-99F4-08E204C38B67}" type="pres">
      <dgm:prSet presAssocID="{6A53DBDC-693F-4580-914F-002AAD5AA9F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24CB9F35-99C2-4A22-853C-969D7AAA2E72}" type="presOf" srcId="{792AAE50-548C-417D-98F5-EBADD5C45CEF}" destId="{492EFFCD-3D12-4AE3-A4B9-F686D10F96DB}" srcOrd="0" destOrd="0" presId="urn:microsoft.com/office/officeart/2005/8/layout/vList2"/>
    <dgm:cxn modelId="{4E60804A-8F86-4EEF-B4BC-8226642E322D}" srcId="{AE86B8F0-9DA1-48AF-AEBD-A4F53668CD45}" destId="{8551EB73-41EA-4C62-A380-529A6F2A1DCC}" srcOrd="1" destOrd="0" parTransId="{03DCA8CD-706B-4AAF-BEF5-071AC3D9B4C2}" sibTransId="{FA28BBCD-798E-4F75-95CC-2A16BA319248}"/>
    <dgm:cxn modelId="{F0D4D4CD-C79C-41E8-96EA-F04967D79083}" srcId="{AE86B8F0-9DA1-48AF-AEBD-A4F53668CD45}" destId="{792AAE50-548C-417D-98F5-EBADD5C45CEF}" srcOrd="0" destOrd="0" parTransId="{A003C867-26C8-4467-8783-AED01A037F39}" sibTransId="{4BD1B9C1-B3B9-43E0-90C5-EF291D2A6260}"/>
    <dgm:cxn modelId="{ED4043E7-C5CF-4E7E-A51D-8B06A9AEED65}" type="presOf" srcId="{6A53DBDC-693F-4580-914F-002AAD5AA9FD}" destId="{89E1746C-6BDA-4206-99F4-08E204C38B67}" srcOrd="0" destOrd="0" presId="urn:microsoft.com/office/officeart/2005/8/layout/vList2"/>
    <dgm:cxn modelId="{955224E9-8FDE-445A-8485-47A58992476E}" srcId="{AE86B8F0-9DA1-48AF-AEBD-A4F53668CD45}" destId="{6A53DBDC-693F-4580-914F-002AAD5AA9FD}" srcOrd="2" destOrd="0" parTransId="{747F7641-2F83-4358-9F3B-D97B3C496EDB}" sibTransId="{3910FFE9-1301-45E0-95A7-EC6BD4D5E90D}"/>
    <dgm:cxn modelId="{2EB9D5F4-4E81-4822-9997-EE2AD3C5A70B}" type="presOf" srcId="{8551EB73-41EA-4C62-A380-529A6F2A1DCC}" destId="{16FFF95B-1D63-48C6-A6D5-84692CC1295B}" srcOrd="0" destOrd="0" presId="urn:microsoft.com/office/officeart/2005/8/layout/vList2"/>
    <dgm:cxn modelId="{5368F2FD-A3C8-4063-BBF8-FB2633C43F18}" type="presOf" srcId="{AE86B8F0-9DA1-48AF-AEBD-A4F53668CD45}" destId="{4E4A43E8-5D93-466E-B61E-6FC34D45E77F}" srcOrd="0" destOrd="0" presId="urn:microsoft.com/office/officeart/2005/8/layout/vList2"/>
    <dgm:cxn modelId="{636BD30E-DFE9-458C-8D7B-95C38A6E313D}" type="presParOf" srcId="{4E4A43E8-5D93-466E-B61E-6FC34D45E77F}" destId="{492EFFCD-3D12-4AE3-A4B9-F686D10F96DB}" srcOrd="0" destOrd="0" presId="urn:microsoft.com/office/officeart/2005/8/layout/vList2"/>
    <dgm:cxn modelId="{D57CA38D-0097-411E-8F47-78404AFAD6CC}" type="presParOf" srcId="{4E4A43E8-5D93-466E-B61E-6FC34D45E77F}" destId="{6A7FDF94-753E-4A49-A867-B9FB15663706}" srcOrd="1" destOrd="0" presId="urn:microsoft.com/office/officeart/2005/8/layout/vList2"/>
    <dgm:cxn modelId="{ECA981AA-2C92-44C7-ADB4-5BBB14B20426}" type="presParOf" srcId="{4E4A43E8-5D93-466E-B61E-6FC34D45E77F}" destId="{16FFF95B-1D63-48C6-A6D5-84692CC1295B}" srcOrd="2" destOrd="0" presId="urn:microsoft.com/office/officeart/2005/8/layout/vList2"/>
    <dgm:cxn modelId="{9905D152-905A-4557-B0B0-3FAF94CE6223}" type="presParOf" srcId="{4E4A43E8-5D93-466E-B61E-6FC34D45E77F}" destId="{2AC3F44D-722F-4B92-B7CC-0A2AC70A135E}" srcOrd="3" destOrd="0" presId="urn:microsoft.com/office/officeart/2005/8/layout/vList2"/>
    <dgm:cxn modelId="{ACD51F91-8782-465E-8F24-DEF17275B4AE}" type="presParOf" srcId="{4E4A43E8-5D93-466E-B61E-6FC34D45E77F}" destId="{89E1746C-6BDA-4206-99F4-08E204C38B6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085C7ED8-37A7-43CF-9076-C7F087F1CC38}" type="doc">
      <dgm:prSet loTypeId="urn:microsoft.com/office/officeart/2005/8/layout/h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da-DK"/>
        </a:p>
      </dgm:t>
    </dgm:pt>
    <dgm:pt modelId="{46E1B7F2-81D4-4C9A-A64C-BE507E6434AC}">
      <dgm:prSet/>
      <dgm:spPr/>
      <dgm:t>
        <a:bodyPr/>
        <a:lstStyle/>
        <a:p>
          <a:pPr algn="l"/>
          <a:r>
            <a:rPr lang="da-DK" b="1" dirty="0" err="1"/>
            <a:t>Example</a:t>
          </a:r>
          <a:r>
            <a:rPr lang="da-DK" b="1" dirty="0"/>
            <a:t>: </a:t>
          </a:r>
          <a:r>
            <a:rPr lang="da-DK" dirty="0" err="1"/>
            <a:t>biased</a:t>
          </a:r>
          <a:r>
            <a:rPr lang="da-DK" dirty="0"/>
            <a:t> </a:t>
          </a:r>
          <a:r>
            <a:rPr lang="da-DK" dirty="0" err="1"/>
            <a:t>coin</a:t>
          </a:r>
          <a:endParaRPr lang="da-DK" dirty="0"/>
        </a:p>
      </dgm:t>
    </dgm:pt>
    <dgm:pt modelId="{E0D16118-BE55-400F-9DEB-0144B027D82B}" type="parTrans" cxnId="{60677AF7-D56B-48B7-A7FB-ABE23C429D98}">
      <dgm:prSet/>
      <dgm:spPr/>
      <dgm:t>
        <a:bodyPr/>
        <a:lstStyle/>
        <a:p>
          <a:endParaRPr lang="da-DK"/>
        </a:p>
      </dgm:t>
    </dgm:pt>
    <dgm:pt modelId="{529808FA-D66B-4DF0-847D-9A37EB1ABBC2}" type="sibTrans" cxnId="{60677AF7-D56B-48B7-A7FB-ABE23C429D98}">
      <dgm:prSet/>
      <dgm:spPr/>
      <dgm:t>
        <a:bodyPr/>
        <a:lstStyle/>
        <a:p>
          <a:endParaRPr lang="da-DK"/>
        </a:p>
      </dgm:t>
    </dgm:pt>
    <mc:AlternateContent xmlns:mc="http://schemas.openxmlformats.org/markup-compatibility/2006" xmlns:a14="http://schemas.microsoft.com/office/drawing/2010/main">
      <mc:Choice Requires="a14">
        <dgm:pt modelId="{8183AE42-ADCB-404D-89BE-4015236EF9D5}">
          <dgm:prSet/>
          <dgm:spPr/>
          <dgm:t>
            <a:bodyPr/>
            <a:lstStyle/>
            <a:p>
              <a:r>
                <a:rPr lang="da-DK" dirty="0"/>
                <a:t>Model: </a:t>
              </a:r>
              <a14:m>
                <m:oMath xmlns:m="http://schemas.openxmlformats.org/officeDocument/2006/math">
                  <m:r>
                    <m:rPr>
                      <m:sty m:val="p"/>
                    </m:rPr>
                    <a:rPr lang="da-DK">
                      <a:latin typeface="Cambria Math" panose="02040503050406030204" pitchFamily="18" charset="0"/>
                    </a:rPr>
                    <m:t>P</m:t>
                  </m:r>
                  <m:r>
                    <a:rPr lang="da-DK">
                      <a:latin typeface="Cambria Math" panose="02040503050406030204" pitchFamily="18" charset="0"/>
                    </a:rPr>
                    <m:t>(</m:t>
                  </m:r>
                  <m:r>
                    <m:rPr>
                      <m:sty m:val="p"/>
                    </m:rPr>
                    <a:rPr lang="da-DK">
                      <a:latin typeface="Cambria Math" panose="02040503050406030204" pitchFamily="18" charset="0"/>
                    </a:rPr>
                    <m:t>H</m:t>
                  </m:r>
                  <m:r>
                    <a:rPr lang="da-DK">
                      <a:latin typeface="Cambria Math" panose="02040503050406030204" pitchFamily="18" charset="0"/>
                    </a:rPr>
                    <m:t>∣</m:t>
                  </m:r>
                  <m:r>
                    <m:rPr>
                      <m:sty m:val="p"/>
                    </m:rPr>
                    <a:rPr lang="da-DK">
                      <a:latin typeface="Cambria Math" panose="02040503050406030204" pitchFamily="18" charset="0"/>
                    </a:rPr>
                    <m:t>θ</m:t>
                  </m:r>
                  <m:r>
                    <a:rPr lang="da-DK">
                      <a:latin typeface="Cambria Math" panose="02040503050406030204" pitchFamily="18" charset="0"/>
                    </a:rPr>
                    <m:t>)=</m:t>
                  </m:r>
                  <m:r>
                    <m:rPr>
                      <m:sty m:val="p"/>
                    </m:rPr>
                    <a:rPr lang="da-DK">
                      <a:latin typeface="Cambria Math" panose="02040503050406030204" pitchFamily="18" charset="0"/>
                    </a:rPr>
                    <m:t>θ</m:t>
                  </m:r>
                  <m:r>
                    <a:rPr lang="da-DK">
                      <a:latin typeface="Cambria Math" panose="02040503050406030204" pitchFamily="18" charset="0"/>
                    </a:rPr>
                    <m:t>, </m:t>
                  </m:r>
                  <m:r>
                    <m:rPr>
                      <m:sty m:val="p"/>
                    </m:rPr>
                    <a:rPr lang="da-DK">
                      <a:latin typeface="Cambria Math" panose="02040503050406030204" pitchFamily="18" charset="0"/>
                    </a:rPr>
                    <m:t>P</m:t>
                  </m:r>
                  <m:r>
                    <a:rPr lang="da-DK">
                      <a:latin typeface="Cambria Math" panose="02040503050406030204" pitchFamily="18" charset="0"/>
                    </a:rPr>
                    <m:t>(</m:t>
                  </m:r>
                  <m:r>
                    <m:rPr>
                      <m:sty m:val="p"/>
                    </m:rPr>
                    <a:rPr lang="da-DK">
                      <a:latin typeface="Cambria Math" panose="02040503050406030204" pitchFamily="18" charset="0"/>
                    </a:rPr>
                    <m:t>T</m:t>
                  </m:r>
                  <m:r>
                    <a:rPr lang="da-DK">
                      <a:latin typeface="Cambria Math" panose="02040503050406030204" pitchFamily="18" charset="0"/>
                    </a:rPr>
                    <m:t>∣</m:t>
                  </m:r>
                  <m:r>
                    <m:rPr>
                      <m:sty m:val="p"/>
                    </m:rPr>
                    <a:rPr lang="da-DK">
                      <a:latin typeface="Cambria Math" panose="02040503050406030204" pitchFamily="18" charset="0"/>
                    </a:rPr>
                    <m:t>θ</m:t>
                  </m:r>
                  <m:r>
                    <a:rPr lang="da-DK">
                      <a:latin typeface="Cambria Math" panose="02040503050406030204" pitchFamily="18" charset="0"/>
                    </a:rPr>
                    <m:t>)=1−</m:t>
                  </m:r>
                  <m:r>
                    <m:rPr>
                      <m:sty m:val="p"/>
                    </m:rPr>
                    <a:rPr lang="da-DK">
                      <a:latin typeface="Cambria Math" panose="02040503050406030204" pitchFamily="18" charset="0"/>
                    </a:rPr>
                    <m:t>θ</m:t>
                  </m:r>
                  <m:r>
                    <a:rPr lang="da-DK">
                      <a:latin typeface="Cambria Math" panose="02040503050406030204" pitchFamily="18" charset="0"/>
                    </a:rPr>
                    <m:t> </m:t>
                  </m:r>
                </m:oMath>
              </a14:m>
              <a:endParaRPr lang="da-DK" dirty="0"/>
            </a:p>
          </dgm:t>
        </dgm:pt>
      </mc:Choice>
      <mc:Fallback xmlns="">
        <dgm:pt modelId="{8183AE42-ADCB-404D-89BE-4015236EF9D5}">
          <dgm:prSet/>
          <dgm:spPr/>
          <dgm:t>
            <a:bodyPr/>
            <a:lstStyle/>
            <a:p>
              <a:r>
                <a:rPr lang="da-DK" dirty="0"/>
                <a:t>Model: </a:t>
              </a:r>
              <a:r>
                <a:rPr lang="da-DK" i="0"/>
                <a:t>P(H∣θ)=θ, P(T∣θ)=1−θ </a:t>
              </a:r>
              <a:endParaRPr lang="da-DK" dirty="0"/>
            </a:p>
          </dgm:t>
        </dgm:pt>
      </mc:Fallback>
    </mc:AlternateContent>
    <dgm:pt modelId="{59019AF6-1EAE-467A-A999-6C7C4C02861E}" type="parTrans" cxnId="{549AB153-DE77-49BF-B96B-21A7CB2F885A}">
      <dgm:prSet/>
      <dgm:spPr/>
      <dgm:t>
        <a:bodyPr/>
        <a:lstStyle/>
        <a:p>
          <a:endParaRPr lang="da-DK"/>
        </a:p>
      </dgm:t>
    </dgm:pt>
    <dgm:pt modelId="{4796C701-8E98-485F-8E69-D9287AAA9D2A}" type="sibTrans" cxnId="{549AB153-DE77-49BF-B96B-21A7CB2F885A}">
      <dgm:prSet/>
      <dgm:spPr/>
      <dgm:t>
        <a:bodyPr/>
        <a:lstStyle/>
        <a:p>
          <a:endParaRPr lang="da-DK"/>
        </a:p>
      </dgm:t>
    </dgm:pt>
    <mc:AlternateContent xmlns:mc="http://schemas.openxmlformats.org/markup-compatibility/2006" xmlns:a14="http://schemas.microsoft.com/office/drawing/2010/main">
      <mc:Choice Requires="a14">
        <dgm:pt modelId="{C96EFDD0-08D4-4335-8B69-34C550DE987B}">
          <dgm:prSet/>
          <dgm:spPr/>
          <dgm:t>
            <a:bodyPr/>
            <a:lstStyle/>
            <a:p>
              <a:r>
                <a:rPr lang="da-DK" dirty="0" err="1"/>
                <a:t>After</a:t>
              </a:r>
              <a:r>
                <a:rPr lang="da-DK" dirty="0"/>
                <a:t> </a:t>
              </a:r>
              <a:r>
                <a:rPr lang="da-DK" dirty="0" err="1"/>
                <a:t>many</a:t>
              </a:r>
              <a:r>
                <a:rPr lang="da-DK" dirty="0"/>
                <a:t> tosses </a:t>
              </a:r>
              <a:r>
                <a:rPr lang="da-DK" dirty="0" err="1"/>
                <a:t>observe</a:t>
              </a:r>
              <a:r>
                <a:rPr lang="da-DK" dirty="0"/>
                <a:t>: </a:t>
              </a:r>
              <a14:m>
                <m:oMath xmlns:m="http://schemas.openxmlformats.org/officeDocument/2006/math">
                  <m:sSub>
                    <m:sSubPr>
                      <m:ctrlPr>
                        <a:rPr lang="da-DK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m:rPr>
                          <m:sty m:val="p"/>
                        </m:rPr>
                        <a:rPr lang="da-DK">
                          <a:latin typeface="Cambria Math" panose="02040503050406030204" pitchFamily="18" charset="0"/>
                        </a:rPr>
                        <m:t>n</m:t>
                      </m:r>
                    </m:e>
                    <m:sub>
                      <m:r>
                        <m:rPr>
                          <m:sty m:val="p"/>
                        </m:rPr>
                        <a:rPr lang="da-DK">
                          <a:latin typeface="Cambria Math" panose="02040503050406030204" pitchFamily="18" charset="0"/>
                        </a:rPr>
                        <m:t>H</m:t>
                      </m:r>
                    </m:sub>
                  </m:sSub>
                </m:oMath>
              </a14:m>
              <a:r>
                <a:rPr lang="da-DK" dirty="0"/>
                <a:t>​ </a:t>
              </a:r>
              <a:r>
                <a:rPr lang="da-DK" dirty="0" err="1"/>
                <a:t>heads</a:t>
              </a:r>
              <a:r>
                <a:rPr lang="da-DK" dirty="0"/>
                <a:t> and </a:t>
              </a:r>
              <a14:m>
                <m:oMath xmlns:m="http://schemas.openxmlformats.org/officeDocument/2006/math">
                  <m:sSub>
                    <m:sSubPr>
                      <m:ctrlPr>
                        <a:rPr lang="da-DK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m:rPr>
                          <m:sty m:val="p"/>
                        </m:rPr>
                        <a:rPr lang="da-DK">
                          <a:latin typeface="Cambria Math" panose="02040503050406030204" pitchFamily="18" charset="0"/>
                        </a:rPr>
                        <m:t>n</m:t>
                      </m:r>
                    </m:e>
                    <m:sub>
                      <m:r>
                        <m:rPr>
                          <m:sty m:val="p"/>
                        </m:rPr>
                        <a:rPr lang="da-DK"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</m:oMath>
              </a14:m>
              <a:r>
                <a:rPr lang="da-DK" dirty="0"/>
                <a:t>​ </a:t>
              </a:r>
              <a:r>
                <a:rPr lang="da-DK" dirty="0" err="1"/>
                <a:t>tails</a:t>
              </a:r>
              <a:r>
                <a:rPr lang="da-DK" dirty="0"/>
                <a:t> </a:t>
              </a:r>
            </a:p>
          </dgm:t>
        </dgm:pt>
      </mc:Choice>
      <mc:Fallback xmlns="">
        <dgm:pt modelId="{C96EFDD0-08D4-4335-8B69-34C550DE987B}">
          <dgm:prSet/>
          <dgm:spPr/>
          <dgm:t>
            <a:bodyPr/>
            <a:lstStyle/>
            <a:p>
              <a:r>
                <a:rPr lang="da-DK" dirty="0" err="1"/>
                <a:t>After</a:t>
              </a:r>
              <a:r>
                <a:rPr lang="da-DK" dirty="0"/>
                <a:t> </a:t>
              </a:r>
              <a:r>
                <a:rPr lang="da-DK" dirty="0" err="1"/>
                <a:t>many</a:t>
              </a:r>
              <a:r>
                <a:rPr lang="da-DK" dirty="0"/>
                <a:t> tosses </a:t>
              </a:r>
              <a:r>
                <a:rPr lang="da-DK" dirty="0" err="1"/>
                <a:t>observe</a:t>
              </a:r>
              <a:r>
                <a:rPr lang="da-DK" dirty="0"/>
                <a:t>: </a:t>
              </a:r>
              <a:r>
                <a:rPr lang="da-DK" i="0"/>
                <a:t>n_H</a:t>
              </a:r>
              <a:r>
                <a:rPr lang="da-DK" dirty="0"/>
                <a:t>​ </a:t>
              </a:r>
              <a:r>
                <a:rPr lang="da-DK" dirty="0" err="1"/>
                <a:t>heads</a:t>
              </a:r>
              <a:r>
                <a:rPr lang="da-DK" dirty="0"/>
                <a:t> and </a:t>
              </a:r>
              <a:r>
                <a:rPr lang="da-DK" i="0"/>
                <a:t>n_T</a:t>
              </a:r>
              <a:r>
                <a:rPr lang="da-DK" dirty="0"/>
                <a:t>​ </a:t>
              </a:r>
              <a:r>
                <a:rPr lang="da-DK" dirty="0" err="1"/>
                <a:t>tails</a:t>
              </a:r>
              <a:r>
                <a:rPr lang="da-DK" dirty="0"/>
                <a:t> </a:t>
              </a:r>
            </a:p>
          </dgm:t>
        </dgm:pt>
      </mc:Fallback>
    </mc:AlternateContent>
    <dgm:pt modelId="{D1DCE56B-7148-4BB9-9E91-89BA85A2F13D}" type="parTrans" cxnId="{54CB1B8A-6710-412E-8606-B696CE03751F}">
      <dgm:prSet/>
      <dgm:spPr/>
      <dgm:t>
        <a:bodyPr/>
        <a:lstStyle/>
        <a:p>
          <a:endParaRPr lang="da-DK"/>
        </a:p>
      </dgm:t>
    </dgm:pt>
    <dgm:pt modelId="{6398FC58-52D9-4338-8E1A-4E94A871CF37}" type="sibTrans" cxnId="{54CB1B8A-6710-412E-8606-B696CE03751F}">
      <dgm:prSet/>
      <dgm:spPr/>
      <dgm:t>
        <a:bodyPr/>
        <a:lstStyle/>
        <a:p>
          <a:endParaRPr lang="da-DK"/>
        </a:p>
      </dgm:t>
    </dgm:pt>
    <mc:AlternateContent xmlns:mc="http://schemas.openxmlformats.org/markup-compatibility/2006" xmlns:a14="http://schemas.microsoft.com/office/drawing/2010/main">
      <mc:Choice Requires="a14">
        <dgm:pt modelId="{19D09BC7-C896-49A8-B651-8D9E14E81E13}">
          <dgm:prSet/>
          <dgm:spPr/>
          <dgm:t>
            <a:bodyPr/>
            <a:lstStyle/>
            <a:p>
              <a:pPr/>
              <a:r>
                <a:rPr lang="da-DK" dirty="0"/>
                <a:t>The </a:t>
              </a:r>
              <a:r>
                <a:rPr lang="da-DK" dirty="0" err="1"/>
                <a:t>Likelihood</a:t>
              </a:r>
              <a:r>
                <a:rPr lang="da-DK" dirty="0"/>
                <a:t> is:</a:t>
              </a:r>
              <a:br>
                <a:rPr lang="en-GB" dirty="0"/>
              </a:br>
              <a14:m>
                <m:oMathPara xmlns:m="http://schemas.openxmlformats.org/officeDocument/2006/math">
                  <m:oMath>
                    <m:r>
                      <m:rPr>
                        <m:sty m:val="p"/>
                      </m:rPr>
                      <a:rPr lang="da-DK" smtClean="0">
                        <a:latin typeface="Cambria Math" panose="02040503050406030204" pitchFamily="18" charset="0"/>
                      </a:rPr>
                      <m:t>L</m:t>
                    </m:r>
                    <m:d>
                      <m:dPr>
                        <m:ctrlPr>
                          <a:rPr lang="da-DK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da-DK" smtClean="0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a:rPr lang="da-DK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da-DK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da-DK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p>
                        <m:sSub>
                          <m:sSubPr>
                            <m:ctrlPr>
                              <a:rPr lang="da-DK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a-DK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a-DK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sup>
                    </m:sSup>
                    <m:sSup>
                      <m:sSup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da-DK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a-DK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m:rPr>
                                <m:sty m:val="p"/>
                              </m:rPr>
                              <a:rPr lang="da-DK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</m:e>
                      <m:sup>
                        <m:sSub>
                          <m:sSubPr>
                            <m:ctrlPr>
                              <a:rPr lang="da-DK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a-DK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a-DK"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sup>
                    </m:sSup>
                    <m:r>
                      <a:rPr lang="da-DK" i="1">
                        <a:latin typeface="Cambria Math" panose="02040503050406030204" pitchFamily="18" charset="0"/>
                      </a:rPr>
                      <m:t>​</m:t>
                    </m:r>
                  </m:oMath>
                </m:oMathPara>
              </a14:m>
              <a:br>
                <a:rPr lang="en-GB" dirty="0"/>
              </a:br>
              <a:r>
                <a:rPr lang="en-GB" dirty="0"/>
                <a:t>If </a:t>
              </a:r>
              <a14:m>
                <m:oMath xmlns:m="http://schemas.openxmlformats.org/officeDocument/2006/math">
                  <m:sSub>
                    <m:sSubPr>
                      <m:ctrlPr>
                        <a:rPr lang="da-DK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m:rPr>
                          <m:sty m:val="p"/>
                        </m:rPr>
                        <a:rPr lang="da-DK">
                          <a:latin typeface="Cambria Math" panose="02040503050406030204" pitchFamily="18" charset="0"/>
                        </a:rPr>
                        <m:t>n</m:t>
                      </m:r>
                    </m:e>
                    <m:sub>
                      <m:r>
                        <m:rPr>
                          <m:sty m:val="p"/>
                        </m:rPr>
                        <a:rPr lang="da-DK">
                          <a:latin typeface="Cambria Math" panose="02040503050406030204" pitchFamily="18" charset="0"/>
                        </a:rPr>
                        <m:t>H</m:t>
                      </m:r>
                    </m:sub>
                  </m:sSub>
                  <m:r>
                    <a:rPr lang="da-DK" i="1">
                      <a:latin typeface="Cambria Math" panose="02040503050406030204" pitchFamily="18" charset="0"/>
                    </a:rPr>
                    <m:t>≠</m:t>
                  </m:r>
                  <m:sSub>
                    <m:sSubPr>
                      <m:ctrlPr>
                        <a:rPr lang="da-DK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m:rPr>
                          <m:sty m:val="p"/>
                        </m:rPr>
                        <a:rPr lang="da-DK">
                          <a:latin typeface="Cambria Math" panose="02040503050406030204" pitchFamily="18" charset="0"/>
                        </a:rPr>
                        <m:t>n</m:t>
                      </m:r>
                    </m:e>
                    <m:sub>
                      <m:r>
                        <m:rPr>
                          <m:sty m:val="p"/>
                        </m:rPr>
                        <a:rPr lang="da-DK"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</m:oMath>
              </a14:m>
              <a:r>
                <a:rPr lang="en-GB" dirty="0"/>
                <a:t>, the MLE algorithm will suggest that the coin is bias!</a:t>
              </a:r>
              <a:endParaRPr lang="da-DK" dirty="0"/>
            </a:p>
          </dgm:t>
        </dgm:pt>
      </mc:Choice>
      <mc:Fallback xmlns="">
        <dgm:pt modelId="{19D09BC7-C896-49A8-B651-8D9E14E81E13}">
          <dgm:prSet/>
          <dgm:spPr/>
          <dgm:t>
            <a:bodyPr/>
            <a:lstStyle/>
            <a:p>
              <a:r>
                <a:rPr lang="da-DK" dirty="0"/>
                <a:t>The </a:t>
              </a:r>
              <a:r>
                <a:rPr lang="da-DK" dirty="0" err="1"/>
                <a:t>Likelihood</a:t>
              </a:r>
              <a:r>
                <a:rPr lang="da-DK" dirty="0"/>
                <a:t> is:</a:t>
              </a:r>
              <a:br>
                <a:rPr lang="en-GB" dirty="0"/>
              </a:br>
              <a:r>
                <a:rPr lang="da-DK" i="0"/>
                <a:t>L</a:t>
              </a:r>
              <a:r>
                <a:rPr lang="da-DK" i="0">
                  <a:latin typeface="Cambria Math" panose="02040503050406030204" pitchFamily="18" charset="0"/>
                </a:rPr>
                <a:t>(</a:t>
              </a:r>
              <a:r>
                <a:rPr lang="da-DK" i="0"/>
                <a:t>θ</a:t>
              </a:r>
              <a:r>
                <a:rPr lang="da-DK" i="0">
                  <a:latin typeface="Cambria Math" panose="02040503050406030204" pitchFamily="18" charset="0"/>
                </a:rPr>
                <a:t>)</a:t>
              </a:r>
              <a:r>
                <a:rPr lang="da-DK" i="0"/>
                <a:t>=θ^(n_H ) (1−θ)^(n_T ) ​</a:t>
              </a:r>
              <a:br>
                <a:rPr lang="en-GB" dirty="0"/>
              </a:br>
              <a:r>
                <a:rPr lang="en-GB" dirty="0"/>
                <a:t>If </a:t>
              </a:r>
              <a:r>
                <a:rPr lang="da-DK" i="0"/>
                <a:t>n_H≠n_T</a:t>
              </a:r>
              <a:r>
                <a:rPr lang="en-GB" dirty="0"/>
                <a:t>, the MLE algorithm will suggest that the coin is bias!</a:t>
              </a:r>
              <a:endParaRPr lang="da-DK" dirty="0"/>
            </a:p>
          </dgm:t>
        </dgm:pt>
      </mc:Fallback>
    </mc:AlternateContent>
    <dgm:pt modelId="{7E67E4BA-4536-44BE-8C7C-7D031F3A5F20}" type="parTrans" cxnId="{78B8AE76-333C-450C-86AD-05944D7AC345}">
      <dgm:prSet/>
      <dgm:spPr/>
      <dgm:t>
        <a:bodyPr/>
        <a:lstStyle/>
        <a:p>
          <a:endParaRPr lang="da-DK"/>
        </a:p>
      </dgm:t>
    </dgm:pt>
    <dgm:pt modelId="{D9526B25-5334-4840-A753-E95300C46C4C}" type="sibTrans" cxnId="{78B8AE76-333C-450C-86AD-05944D7AC345}">
      <dgm:prSet/>
      <dgm:spPr/>
      <dgm:t>
        <a:bodyPr/>
        <a:lstStyle/>
        <a:p>
          <a:endParaRPr lang="da-DK"/>
        </a:p>
      </dgm:t>
    </dgm:pt>
    <dgm:pt modelId="{D0609042-9BA2-40DF-B2CC-BFB82D48DCF7}" type="pres">
      <dgm:prSet presAssocID="{085C7ED8-37A7-43CF-9076-C7F087F1CC38}" presName="Name0" presStyleCnt="0">
        <dgm:presLayoutVars>
          <dgm:dir/>
          <dgm:animLvl val="lvl"/>
          <dgm:resizeHandles val="exact"/>
        </dgm:presLayoutVars>
      </dgm:prSet>
      <dgm:spPr/>
    </dgm:pt>
    <dgm:pt modelId="{0F7BB10C-DF48-4FB3-BE5A-677BF9D42C7F}" type="pres">
      <dgm:prSet presAssocID="{46E1B7F2-81D4-4C9A-A64C-BE507E6434AC}" presName="composite" presStyleCnt="0"/>
      <dgm:spPr/>
    </dgm:pt>
    <dgm:pt modelId="{1F92DEAE-86DC-456D-9F6E-2F5624BDB6D7}" type="pres">
      <dgm:prSet presAssocID="{46E1B7F2-81D4-4C9A-A64C-BE507E6434AC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02E15116-8976-4C3F-9D6F-3F5682B33FBD}" type="pres">
      <dgm:prSet presAssocID="{46E1B7F2-81D4-4C9A-A64C-BE507E6434AC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549AB153-DE77-49BF-B96B-21A7CB2F885A}" srcId="{46E1B7F2-81D4-4C9A-A64C-BE507E6434AC}" destId="{8183AE42-ADCB-404D-89BE-4015236EF9D5}" srcOrd="0" destOrd="0" parTransId="{59019AF6-1EAE-467A-A999-6C7C4C02861E}" sibTransId="{4796C701-8E98-485F-8E69-D9287AAA9D2A}"/>
    <dgm:cxn modelId="{78B8AE76-333C-450C-86AD-05944D7AC345}" srcId="{46E1B7F2-81D4-4C9A-A64C-BE507E6434AC}" destId="{19D09BC7-C896-49A8-B651-8D9E14E81E13}" srcOrd="2" destOrd="0" parTransId="{7E67E4BA-4536-44BE-8C7C-7D031F3A5F20}" sibTransId="{D9526B25-5334-4840-A753-E95300C46C4C}"/>
    <dgm:cxn modelId="{29E05983-3C87-4086-ADF2-88287DBC8419}" type="presOf" srcId="{C96EFDD0-08D4-4335-8B69-34C550DE987B}" destId="{02E15116-8976-4C3F-9D6F-3F5682B33FBD}" srcOrd="0" destOrd="1" presId="urn:microsoft.com/office/officeart/2005/8/layout/hList1"/>
    <dgm:cxn modelId="{54CB1B8A-6710-412E-8606-B696CE03751F}" srcId="{46E1B7F2-81D4-4C9A-A64C-BE507E6434AC}" destId="{C96EFDD0-08D4-4335-8B69-34C550DE987B}" srcOrd="1" destOrd="0" parTransId="{D1DCE56B-7148-4BB9-9E91-89BA85A2F13D}" sibTransId="{6398FC58-52D9-4338-8E1A-4E94A871CF37}"/>
    <dgm:cxn modelId="{9B0F73B0-E36A-4037-9236-DA86EF91F953}" type="presOf" srcId="{19D09BC7-C896-49A8-B651-8D9E14E81E13}" destId="{02E15116-8976-4C3F-9D6F-3F5682B33FBD}" srcOrd="0" destOrd="2" presId="urn:microsoft.com/office/officeart/2005/8/layout/hList1"/>
    <dgm:cxn modelId="{DE0891C2-C738-4773-956C-419F797D28F6}" type="presOf" srcId="{085C7ED8-37A7-43CF-9076-C7F087F1CC38}" destId="{D0609042-9BA2-40DF-B2CC-BFB82D48DCF7}" srcOrd="0" destOrd="0" presId="urn:microsoft.com/office/officeart/2005/8/layout/hList1"/>
    <dgm:cxn modelId="{0FA749C3-9DB8-4EB7-95DE-704158016C78}" type="presOf" srcId="{8183AE42-ADCB-404D-89BE-4015236EF9D5}" destId="{02E15116-8976-4C3F-9D6F-3F5682B33FBD}" srcOrd="0" destOrd="0" presId="urn:microsoft.com/office/officeart/2005/8/layout/hList1"/>
    <dgm:cxn modelId="{B320EDDA-8D75-4A8F-A96D-03528DCE5426}" type="presOf" srcId="{46E1B7F2-81D4-4C9A-A64C-BE507E6434AC}" destId="{1F92DEAE-86DC-456D-9F6E-2F5624BDB6D7}" srcOrd="0" destOrd="0" presId="urn:microsoft.com/office/officeart/2005/8/layout/hList1"/>
    <dgm:cxn modelId="{60677AF7-D56B-48B7-A7FB-ABE23C429D98}" srcId="{085C7ED8-37A7-43CF-9076-C7F087F1CC38}" destId="{46E1B7F2-81D4-4C9A-A64C-BE507E6434AC}" srcOrd="0" destOrd="0" parTransId="{E0D16118-BE55-400F-9DEB-0144B027D82B}" sibTransId="{529808FA-D66B-4DF0-847D-9A37EB1ABBC2}"/>
    <dgm:cxn modelId="{62890437-EE8C-4234-9402-50B338976737}" type="presParOf" srcId="{D0609042-9BA2-40DF-B2CC-BFB82D48DCF7}" destId="{0F7BB10C-DF48-4FB3-BE5A-677BF9D42C7F}" srcOrd="0" destOrd="0" presId="urn:microsoft.com/office/officeart/2005/8/layout/hList1"/>
    <dgm:cxn modelId="{FBF87F43-DA62-415A-BF6A-F2108BD5DDB5}" type="presParOf" srcId="{0F7BB10C-DF48-4FB3-BE5A-677BF9D42C7F}" destId="{1F92DEAE-86DC-456D-9F6E-2F5624BDB6D7}" srcOrd="0" destOrd="0" presId="urn:microsoft.com/office/officeart/2005/8/layout/hList1"/>
    <dgm:cxn modelId="{1253B762-671F-424E-802E-CF3A6A9AABAD}" type="presParOf" srcId="{0F7BB10C-DF48-4FB3-BE5A-677BF9D42C7F}" destId="{02E15116-8976-4C3F-9D6F-3F5682B33FB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59EB4168-7FE7-4583-A0FA-B4C6D9AA495B}" type="doc">
      <dgm:prSet loTypeId="urn:microsoft.com/office/officeart/2005/8/layout/vList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da-DK"/>
        </a:p>
      </dgm:t>
    </dgm:pt>
    <dgm:pt modelId="{18DA3040-70EE-4B3A-9864-1E768DD6E261}">
      <dgm:prSet/>
      <dgm:spPr/>
      <dgm:t>
        <a:bodyPr/>
        <a:lstStyle/>
        <a:p>
          <a:r>
            <a:rPr lang="da-DK" dirty="0" err="1"/>
            <a:t>Easier</a:t>
          </a:r>
          <a:r>
            <a:rPr lang="da-DK" dirty="0"/>
            <a:t> to </a:t>
          </a:r>
          <a:r>
            <a:rPr lang="da-DK" dirty="0" err="1"/>
            <a:t>work</a:t>
          </a:r>
          <a:r>
            <a:rPr lang="da-DK" dirty="0"/>
            <a:t> with </a:t>
          </a:r>
          <a:r>
            <a:rPr lang="da-DK" dirty="0" err="1"/>
            <a:t>analytically</a:t>
          </a:r>
          <a:endParaRPr lang="da-DK" dirty="0"/>
        </a:p>
      </dgm:t>
    </dgm:pt>
    <dgm:pt modelId="{2EB2A654-9298-46E4-AE47-723DE267C0F1}" type="parTrans" cxnId="{3C2B0F96-BC20-43C2-9E38-4B1ED4ECABA8}">
      <dgm:prSet/>
      <dgm:spPr/>
      <dgm:t>
        <a:bodyPr/>
        <a:lstStyle/>
        <a:p>
          <a:endParaRPr lang="da-DK"/>
        </a:p>
      </dgm:t>
    </dgm:pt>
    <dgm:pt modelId="{CF25D772-9DBA-4A96-8743-F59D9BA99113}" type="sibTrans" cxnId="{3C2B0F96-BC20-43C2-9E38-4B1ED4ECABA8}">
      <dgm:prSet/>
      <dgm:spPr/>
      <dgm:t>
        <a:bodyPr/>
        <a:lstStyle/>
        <a:p>
          <a:endParaRPr lang="da-DK"/>
        </a:p>
      </dgm:t>
    </dgm:pt>
    <dgm:pt modelId="{B2288201-DB35-42F6-818C-62BE48625619}">
      <dgm:prSet/>
      <dgm:spPr/>
      <dgm:t>
        <a:bodyPr/>
        <a:lstStyle/>
        <a:p>
          <a:r>
            <a:rPr lang="da-DK" dirty="0"/>
            <a:t>More </a:t>
          </a:r>
          <a:r>
            <a:rPr lang="da-DK" dirty="0" err="1"/>
            <a:t>numerically</a:t>
          </a:r>
          <a:r>
            <a:rPr lang="da-DK" dirty="0"/>
            <a:t> stable</a:t>
          </a:r>
        </a:p>
      </dgm:t>
    </dgm:pt>
    <dgm:pt modelId="{C26237D4-7206-43B3-953E-ACA5AA938EF5}" type="parTrans" cxnId="{C1B1BBB5-ED00-4514-B784-66CA429C7EFB}">
      <dgm:prSet/>
      <dgm:spPr/>
      <dgm:t>
        <a:bodyPr/>
        <a:lstStyle/>
        <a:p>
          <a:endParaRPr lang="da-DK"/>
        </a:p>
      </dgm:t>
    </dgm:pt>
    <dgm:pt modelId="{3C9BD263-1951-4A36-83C7-F2DB271AB4A7}" type="sibTrans" cxnId="{C1B1BBB5-ED00-4514-B784-66CA429C7EFB}">
      <dgm:prSet/>
      <dgm:spPr/>
      <dgm:t>
        <a:bodyPr/>
        <a:lstStyle/>
        <a:p>
          <a:endParaRPr lang="da-DK"/>
        </a:p>
      </dgm:t>
    </dgm:pt>
    <dgm:pt modelId="{3E9E2A7F-B98E-4B1C-B59E-B23B864A919C}">
      <dgm:prSet custT="1"/>
      <dgm:spPr/>
      <dgm:t>
        <a:bodyPr/>
        <a:lstStyle/>
        <a:p>
          <a:r>
            <a:rPr lang="da-DK" sz="2000" dirty="0" err="1"/>
            <a:t>Why</a:t>
          </a:r>
          <a:r>
            <a:rPr lang="da-DK" sz="2000" dirty="0"/>
            <a:t> do </a:t>
          </a:r>
          <a:r>
            <a:rPr lang="da-DK" sz="2000" dirty="0" err="1"/>
            <a:t>this</a:t>
          </a:r>
          <a:r>
            <a:rPr lang="da-DK" sz="2000" dirty="0"/>
            <a:t>?</a:t>
          </a:r>
        </a:p>
      </dgm:t>
    </dgm:pt>
    <dgm:pt modelId="{8DD13795-A2FC-486F-988C-F885B18C1A46}" type="sibTrans" cxnId="{1AE4BED1-0A61-4C29-9E21-33F72A373C9D}">
      <dgm:prSet/>
      <dgm:spPr/>
      <dgm:t>
        <a:bodyPr/>
        <a:lstStyle/>
        <a:p>
          <a:endParaRPr lang="da-DK"/>
        </a:p>
      </dgm:t>
    </dgm:pt>
    <dgm:pt modelId="{E62D318A-9ABE-48DB-876A-93FB297482F3}" type="parTrans" cxnId="{1AE4BED1-0A61-4C29-9E21-33F72A373C9D}">
      <dgm:prSet/>
      <dgm:spPr/>
      <dgm:t>
        <a:bodyPr/>
        <a:lstStyle/>
        <a:p>
          <a:endParaRPr lang="da-DK"/>
        </a:p>
      </dgm:t>
    </dgm:pt>
    <dgm:pt modelId="{34F39BB1-0AED-4542-8FDD-2575A3461355}" type="pres">
      <dgm:prSet presAssocID="{59EB4168-7FE7-4583-A0FA-B4C6D9AA495B}" presName="linear" presStyleCnt="0">
        <dgm:presLayoutVars>
          <dgm:animLvl val="lvl"/>
          <dgm:resizeHandles val="exact"/>
        </dgm:presLayoutVars>
      </dgm:prSet>
      <dgm:spPr/>
    </dgm:pt>
    <dgm:pt modelId="{190CD422-EA18-4B13-8316-CCBD60F95B94}" type="pres">
      <dgm:prSet presAssocID="{3E9E2A7F-B98E-4B1C-B59E-B23B864A919C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FA55EF8A-6431-4DC4-8D2E-8F6E1B620205}" type="pres">
      <dgm:prSet presAssocID="{3E9E2A7F-B98E-4B1C-B59E-B23B864A919C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F290EA05-23A3-4CD5-905C-7FA9766C7E6B}" type="presOf" srcId="{59EB4168-7FE7-4583-A0FA-B4C6D9AA495B}" destId="{34F39BB1-0AED-4542-8FDD-2575A3461355}" srcOrd="0" destOrd="0" presId="urn:microsoft.com/office/officeart/2005/8/layout/vList2"/>
    <dgm:cxn modelId="{2F860A60-1E25-4A01-BBC9-CE7907687A6C}" type="presOf" srcId="{18DA3040-70EE-4B3A-9864-1E768DD6E261}" destId="{FA55EF8A-6431-4DC4-8D2E-8F6E1B620205}" srcOrd="0" destOrd="0" presId="urn:microsoft.com/office/officeart/2005/8/layout/vList2"/>
    <dgm:cxn modelId="{BD0E1855-C7CE-40BD-8FB2-C9D43C9CC53B}" type="presOf" srcId="{3E9E2A7F-B98E-4B1C-B59E-B23B864A919C}" destId="{190CD422-EA18-4B13-8316-CCBD60F95B94}" srcOrd="0" destOrd="0" presId="urn:microsoft.com/office/officeart/2005/8/layout/vList2"/>
    <dgm:cxn modelId="{3C2B0F96-BC20-43C2-9E38-4B1ED4ECABA8}" srcId="{3E9E2A7F-B98E-4B1C-B59E-B23B864A919C}" destId="{18DA3040-70EE-4B3A-9864-1E768DD6E261}" srcOrd="0" destOrd="0" parTransId="{2EB2A654-9298-46E4-AE47-723DE267C0F1}" sibTransId="{CF25D772-9DBA-4A96-8743-F59D9BA99113}"/>
    <dgm:cxn modelId="{86E7EFA6-4DCB-4D1A-AE72-DC7A0ACD2D66}" type="presOf" srcId="{B2288201-DB35-42F6-818C-62BE48625619}" destId="{FA55EF8A-6431-4DC4-8D2E-8F6E1B620205}" srcOrd="0" destOrd="1" presId="urn:microsoft.com/office/officeart/2005/8/layout/vList2"/>
    <dgm:cxn modelId="{C1B1BBB5-ED00-4514-B784-66CA429C7EFB}" srcId="{3E9E2A7F-B98E-4B1C-B59E-B23B864A919C}" destId="{B2288201-DB35-42F6-818C-62BE48625619}" srcOrd="1" destOrd="0" parTransId="{C26237D4-7206-43B3-953E-ACA5AA938EF5}" sibTransId="{3C9BD263-1951-4A36-83C7-F2DB271AB4A7}"/>
    <dgm:cxn modelId="{1AE4BED1-0A61-4C29-9E21-33F72A373C9D}" srcId="{59EB4168-7FE7-4583-A0FA-B4C6D9AA495B}" destId="{3E9E2A7F-B98E-4B1C-B59E-B23B864A919C}" srcOrd="0" destOrd="0" parTransId="{E62D318A-9ABE-48DB-876A-93FB297482F3}" sibTransId="{8DD13795-A2FC-486F-988C-F885B18C1A46}"/>
    <dgm:cxn modelId="{6DEFDE7D-C762-4135-9A55-4BA64FE47BDF}" type="presParOf" srcId="{34F39BB1-0AED-4542-8FDD-2575A3461355}" destId="{190CD422-EA18-4B13-8316-CCBD60F95B94}" srcOrd="0" destOrd="0" presId="urn:microsoft.com/office/officeart/2005/8/layout/vList2"/>
    <dgm:cxn modelId="{7B04B4A0-19B7-4870-8FFB-7612F349DC3B}" type="presParOf" srcId="{34F39BB1-0AED-4542-8FDD-2575A3461355}" destId="{FA55EF8A-6431-4DC4-8D2E-8F6E1B620205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31938478-2F3D-4F2F-9255-B7B14D6B6180}" type="doc">
      <dgm:prSet loTypeId="urn:microsoft.com/office/officeart/2005/8/layout/vList5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da-DK"/>
        </a:p>
      </dgm:t>
    </dgm:pt>
    <dgm:pt modelId="{D29AA40C-17D4-41EA-A384-FBD09E2D1467}">
      <dgm:prSet/>
      <dgm:spPr/>
      <dgm:t>
        <a:bodyPr/>
        <a:lstStyle/>
        <a:p>
          <a:r>
            <a:rPr lang="en-GB" dirty="0"/>
            <a:t>Goal</a:t>
          </a:r>
          <a:endParaRPr lang="da-DK" dirty="0"/>
        </a:p>
      </dgm:t>
    </dgm:pt>
    <dgm:pt modelId="{FCC11590-4151-447D-B609-A129C8DA808A}" type="parTrans" cxnId="{D0C98061-1A04-461B-A4F0-E49EF5DFCAC0}">
      <dgm:prSet/>
      <dgm:spPr/>
      <dgm:t>
        <a:bodyPr/>
        <a:lstStyle/>
        <a:p>
          <a:endParaRPr lang="da-DK"/>
        </a:p>
      </dgm:t>
    </dgm:pt>
    <dgm:pt modelId="{B570966B-04B5-474B-A31F-BF5FCAA5753B}" type="sibTrans" cxnId="{D0C98061-1A04-461B-A4F0-E49EF5DFCAC0}">
      <dgm:prSet/>
      <dgm:spPr/>
      <dgm:t>
        <a:bodyPr/>
        <a:lstStyle/>
        <a:p>
          <a:endParaRPr lang="da-DK"/>
        </a:p>
      </dgm:t>
    </dgm:pt>
    <dgm:pt modelId="{326BF07E-BCE5-4BB4-B9A3-EE6DC7AEE13D}">
      <dgm:prSet/>
      <dgm:spPr/>
      <dgm:t>
        <a:bodyPr/>
        <a:lstStyle/>
        <a:p>
          <a:r>
            <a:rPr lang="en-GB" dirty="0"/>
            <a:t>Bin results</a:t>
          </a:r>
          <a:endParaRPr lang="da-DK" dirty="0"/>
        </a:p>
      </dgm:t>
    </dgm:pt>
    <dgm:pt modelId="{7719C3C2-1769-4236-866A-C866EAAB64BA}" type="parTrans" cxnId="{5FF6E9B5-6679-4F84-B0FD-669BF4CC76B1}">
      <dgm:prSet/>
      <dgm:spPr/>
      <dgm:t>
        <a:bodyPr/>
        <a:lstStyle/>
        <a:p>
          <a:endParaRPr lang="da-DK"/>
        </a:p>
      </dgm:t>
    </dgm:pt>
    <dgm:pt modelId="{D6C9222F-22BC-4701-B8CA-C4C0BBFE20DA}" type="sibTrans" cxnId="{5FF6E9B5-6679-4F84-B0FD-669BF4CC76B1}">
      <dgm:prSet/>
      <dgm:spPr/>
      <dgm:t>
        <a:bodyPr/>
        <a:lstStyle/>
        <a:p>
          <a:endParaRPr lang="da-DK"/>
        </a:p>
      </dgm:t>
    </dgm:pt>
    <mc:AlternateContent xmlns:mc="http://schemas.openxmlformats.org/markup-compatibility/2006" xmlns:a14="http://schemas.microsoft.com/office/drawing/2010/main">
      <mc:Choice Requires="a14">
        <dgm:pt modelId="{CFFAE4B7-17FB-46E4-9F4A-5E93A91EE50F}">
          <dgm:prSet custT="1"/>
          <dgm:spPr/>
          <dgm:t>
            <a:bodyPr/>
            <a:lstStyle/>
            <a:p>
              <a:r>
                <a:rPr lang="en-GB" sz="1600" dirty="0"/>
                <a:t> Reconstruct quantum state </a:t>
              </a:r>
              <a14:m>
                <m:oMath xmlns:m="http://schemas.openxmlformats.org/officeDocument/2006/math">
                  <m:acc>
                    <m:accPr>
                      <m:chr m:val="̂"/>
                      <m:ctrlPr>
                        <a:rPr lang="da-DK" sz="1600" b="0" i="1">
                          <a:latin typeface="Cambria Math" panose="02040503050406030204" pitchFamily="18" charset="0"/>
                        </a:rPr>
                      </m:ctrlPr>
                    </m:accPr>
                    <m:e>
                      <m:r>
                        <a:rPr lang="da-DK" sz="1600" b="0" i="1">
                          <a:latin typeface="Cambria Math" panose="02040503050406030204" pitchFamily="18" charset="0"/>
                        </a:rPr>
                        <m:t>𝜌</m:t>
                      </m:r>
                    </m:e>
                  </m:acc>
                </m:oMath>
              </a14:m>
              <a:r>
                <a:rPr lang="en-GB" sz="1600" dirty="0"/>
                <a:t> from measured </a:t>
              </a:r>
              <a:r>
                <a:rPr lang="en-GB" sz="1600" dirty="0" err="1"/>
                <a:t>quadratures</a:t>
              </a:r>
              <a:r>
                <a:rPr lang="en-GB" sz="1600" dirty="0"/>
                <a:t> </a:t>
              </a:r>
              <a14:m>
                <m:oMath xmlns:m="http://schemas.openxmlformats.org/officeDocument/2006/math">
                  <m:sSub>
                    <m:sSubPr>
                      <m:ctrlPr>
                        <a:rPr lang="da-DK" sz="1600" b="0" i="1">
                          <a:latin typeface="Cambria Math" panose="02040503050406030204" pitchFamily="18" charset="0"/>
                        </a:rPr>
                      </m:ctrlPr>
                    </m:sSubPr>
                    <m:e>
                      <m:d>
                        <m:dPr>
                          <m:begChr m:val="{"/>
                          <m:endChr m:val="}"/>
                          <m:ctrlPr>
                            <a:rPr lang="da-DK" sz="16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1600" b="0" i="1">
                              <a:latin typeface="Cambria Math" panose="02040503050406030204" pitchFamily="18" charset="0"/>
                            </a:rPr>
                            <m:t>𝑞</m:t>
                          </m:r>
                          <m:sSub>
                            <m:sSubPr>
                              <m:ctrlPr>
                                <a:rPr lang="da-DK" sz="16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da-DK" sz="16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a-DK" sz="16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a-DK" sz="1600" b="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da-DK" sz="1600" b="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a:rPr lang="da-DK" sz="1600" b="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e>
                    <m:sub>
                      <m:r>
                        <a:rPr lang="da-DK" sz="1600" b="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da-DK" sz="1600" b="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a-DK" sz="1600" b="0" i="1">
                          <a:latin typeface="Cambria Math" panose="02040503050406030204" pitchFamily="18" charset="0"/>
                        </a:rPr>
                        <m:t>𝑗</m:t>
                      </m:r>
                    </m:sub>
                  </m:sSub>
                </m:oMath>
              </a14:m>
              <a:endParaRPr lang="da-DK" sz="1600" dirty="0"/>
            </a:p>
          </dgm:t>
        </dgm:pt>
      </mc:Choice>
      <mc:Fallback xmlns="">
        <dgm:pt modelId="{CFFAE4B7-17FB-46E4-9F4A-5E93A91EE50F}">
          <dgm:prSet custT="1"/>
          <dgm:spPr/>
          <dgm:t>
            <a:bodyPr/>
            <a:lstStyle/>
            <a:p>
              <a:r>
                <a:rPr lang="en-GB" sz="1600" dirty="0"/>
                <a:t> Reconstruct quantum state </a:t>
              </a:r>
              <a:r>
                <a:rPr lang="da-DK" sz="1600" b="0" i="0"/>
                <a:t>𝜌 ̂</a:t>
              </a:r>
              <a:r>
                <a:rPr lang="en-GB" sz="1600" dirty="0"/>
                <a:t> from measured </a:t>
              </a:r>
              <a:r>
                <a:rPr lang="en-GB" sz="1600" dirty="0" err="1"/>
                <a:t>quadratures</a:t>
              </a:r>
              <a:r>
                <a:rPr lang="en-GB" sz="1600" dirty="0"/>
                <a:t> </a:t>
              </a:r>
              <a:r>
                <a:rPr lang="da-DK" sz="1600" b="0" i="0"/>
                <a:t>{𝑞(𝜃_𝑎 )_𝑗 }_(𝑎,𝑗)</a:t>
              </a:r>
              <a:endParaRPr lang="da-DK" sz="1600" dirty="0"/>
            </a:p>
          </dgm:t>
        </dgm:pt>
      </mc:Fallback>
    </mc:AlternateContent>
    <dgm:pt modelId="{B0BBE04E-CF1B-4EE9-B105-14CA24F43387}" type="parTrans" cxnId="{5D2820E9-1850-4453-A131-B9084C01D1CF}">
      <dgm:prSet/>
      <dgm:spPr/>
      <dgm:t>
        <a:bodyPr/>
        <a:lstStyle/>
        <a:p>
          <a:endParaRPr lang="da-DK"/>
        </a:p>
      </dgm:t>
    </dgm:pt>
    <dgm:pt modelId="{4195135D-60E9-443D-9E9C-275AB84307B5}" type="sibTrans" cxnId="{5D2820E9-1850-4453-A131-B9084C01D1CF}">
      <dgm:prSet/>
      <dgm:spPr/>
      <dgm:t>
        <a:bodyPr/>
        <a:lstStyle/>
        <a:p>
          <a:endParaRPr lang="da-DK"/>
        </a:p>
      </dgm:t>
    </dgm:pt>
    <dgm:pt modelId="{1DC6D8CA-B99B-42B9-9F54-5348B810E5BB}">
      <dgm:prSet custT="1"/>
      <dgm:spPr/>
      <dgm:t>
        <a:bodyPr/>
        <a:lstStyle/>
        <a:p>
          <a:r>
            <a:rPr lang="en-GB" sz="1600" dirty="0" err="1"/>
            <a:t>Quadratures</a:t>
          </a:r>
          <a:r>
            <a:rPr lang="en-GB" sz="1600" dirty="0"/>
            <a:t> are not a probability function but a probability density</a:t>
          </a:r>
          <a:endParaRPr lang="da-DK" sz="1600" dirty="0"/>
        </a:p>
      </dgm:t>
    </dgm:pt>
    <dgm:pt modelId="{F21BF93B-BFD4-43F8-9A3E-C5558DD4574E}" type="parTrans" cxnId="{AEBFE4A5-303C-4679-99DB-ACBC107AEA0E}">
      <dgm:prSet/>
      <dgm:spPr/>
      <dgm:t>
        <a:bodyPr/>
        <a:lstStyle/>
        <a:p>
          <a:endParaRPr lang="da-DK"/>
        </a:p>
      </dgm:t>
    </dgm:pt>
    <dgm:pt modelId="{28874FDC-3BF0-45E6-9A98-3C0CEEE24865}" type="sibTrans" cxnId="{AEBFE4A5-303C-4679-99DB-ACBC107AEA0E}">
      <dgm:prSet/>
      <dgm:spPr/>
      <dgm:t>
        <a:bodyPr/>
        <a:lstStyle/>
        <a:p>
          <a:endParaRPr lang="da-DK"/>
        </a:p>
      </dgm:t>
    </dgm:pt>
    <dgm:pt modelId="{3915B910-27C1-4AE8-B48E-A5770F4AD2E6}">
      <dgm:prSet/>
      <dgm:spPr/>
      <dgm:t>
        <a:bodyPr/>
        <a:lstStyle/>
        <a:p>
          <a:r>
            <a:rPr lang="en-GB" dirty="0"/>
            <a:t>Bin hits and projectors</a:t>
          </a:r>
          <a:endParaRPr lang="da-DK" dirty="0"/>
        </a:p>
      </dgm:t>
    </dgm:pt>
    <dgm:pt modelId="{67840A1D-73A3-412D-A278-3792BA47BE2C}" type="parTrans" cxnId="{BF6840A8-08CA-4AA1-B2FF-25FF15CF0CE7}">
      <dgm:prSet/>
      <dgm:spPr/>
      <dgm:t>
        <a:bodyPr/>
        <a:lstStyle/>
        <a:p>
          <a:endParaRPr lang="da-DK"/>
        </a:p>
      </dgm:t>
    </dgm:pt>
    <dgm:pt modelId="{035CCC12-5E00-4ABE-8E17-D71827F6B0DD}" type="sibTrans" cxnId="{BF6840A8-08CA-4AA1-B2FF-25FF15CF0CE7}">
      <dgm:prSet/>
      <dgm:spPr/>
      <dgm:t>
        <a:bodyPr/>
        <a:lstStyle/>
        <a:p>
          <a:endParaRPr lang="da-DK"/>
        </a:p>
      </dgm:t>
    </dgm:pt>
    <mc:AlternateContent xmlns:mc="http://schemas.openxmlformats.org/markup-compatibility/2006" xmlns:a14="http://schemas.microsoft.com/office/drawing/2010/main">
      <mc:Choice Requires="a14">
        <dgm:pt modelId="{5DBA9CF9-746C-447B-A606-F2F1A61BE5C3}">
          <dgm:prSet custT="1"/>
          <dgm:spPr/>
          <dgm:t>
            <a:bodyPr/>
            <a:lstStyle/>
            <a:p>
              <a:r>
                <a:rPr lang="en-GB" sz="1400" dirty="0"/>
                <a:t>Each </a:t>
              </a:r>
              <a14:m>
                <m:oMath xmlns:m="http://schemas.openxmlformats.org/officeDocument/2006/math">
                  <m:r>
                    <a:rPr lang="da-DK" sz="1400" i="1">
                      <a:latin typeface="Cambria Math" panose="02040503050406030204" pitchFamily="18" charset="0"/>
                    </a:rPr>
                    <m:t>𝑞</m:t>
                  </m:r>
                  <m:sSub>
                    <m:sSubPr>
                      <m:ctrlPr>
                        <a:rPr lang="da-DK" sz="1400" i="1">
                          <a:latin typeface="Cambria Math" panose="02040503050406030204" pitchFamily="18" charset="0"/>
                        </a:rPr>
                      </m:ctrlPr>
                    </m:sSubPr>
                    <m:e>
                      <m:d>
                        <m:dPr>
                          <m:ctrlPr>
                            <a:rPr lang="da-DK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a-DK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1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da-DK" sz="1400" b="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e>
                      </m:d>
                    </m:e>
                    <m:sub>
                      <m:r>
                        <a:rPr lang="da-DK" sz="1400" i="1">
                          <a:latin typeface="Cambria Math" panose="02040503050406030204" pitchFamily="18" charset="0"/>
                        </a:rPr>
                        <m:t>𝑗</m:t>
                      </m:r>
                    </m:sub>
                  </m:sSub>
                  <m:r>
                    <a:rPr lang="da-DK" sz="1400" i="1">
                      <a:latin typeface="Cambria Math" panose="02040503050406030204" pitchFamily="18" charset="0"/>
                    </a:rPr>
                    <m:t> </m:t>
                  </m:r>
                </m:oMath>
              </a14:m>
              <a:r>
                <a:rPr lang="en-GB" sz="1400" dirty="0"/>
                <a:t> falls into one bin.</a:t>
              </a:r>
              <a:endParaRPr lang="da-DK" sz="1400" dirty="0"/>
            </a:p>
          </dgm:t>
        </dgm:pt>
      </mc:Choice>
      <mc:Fallback xmlns="">
        <dgm:pt modelId="{5DBA9CF9-746C-447B-A606-F2F1A61BE5C3}">
          <dgm:prSet custT="1"/>
          <dgm:spPr/>
          <dgm:t>
            <a:bodyPr/>
            <a:lstStyle/>
            <a:p>
              <a:r>
                <a:rPr lang="en-GB" sz="1400" dirty="0"/>
                <a:t>Each </a:t>
              </a:r>
              <a:r>
                <a:rPr lang="da-DK" sz="1400" i="0">
                  <a:latin typeface="Cambria Math" panose="02040503050406030204" pitchFamily="18" charset="0"/>
                </a:rPr>
                <a:t>𝑞(𝜃_</a:t>
              </a:r>
              <a:r>
                <a:rPr lang="da-DK" sz="1400" b="0" i="0">
                  <a:latin typeface="Cambria Math" panose="02040503050406030204" pitchFamily="18" charset="0"/>
                </a:rPr>
                <a:t>𝑎 )_</a:t>
              </a:r>
              <a:r>
                <a:rPr lang="da-DK" sz="1400" i="0">
                  <a:latin typeface="Cambria Math" panose="02040503050406030204" pitchFamily="18" charset="0"/>
                </a:rPr>
                <a:t>𝑗  </a:t>
              </a:r>
              <a:r>
                <a:rPr lang="en-GB" sz="1400" dirty="0"/>
                <a:t> falls into one bin.</a:t>
              </a:r>
              <a:endParaRPr lang="da-DK" sz="1400" dirty="0"/>
            </a:p>
          </dgm:t>
        </dgm:pt>
      </mc:Fallback>
    </mc:AlternateContent>
    <dgm:pt modelId="{43E0C843-E995-441C-8231-F446225E99AF}" type="parTrans" cxnId="{BA489160-FC62-4714-AC1D-D3DAEFDD4C49}">
      <dgm:prSet/>
      <dgm:spPr/>
      <dgm:t>
        <a:bodyPr/>
        <a:lstStyle/>
        <a:p>
          <a:endParaRPr lang="da-DK"/>
        </a:p>
      </dgm:t>
    </dgm:pt>
    <dgm:pt modelId="{F793BF01-21A1-4BCD-A12B-948495F8DE19}" type="sibTrans" cxnId="{BA489160-FC62-4714-AC1D-D3DAEFDD4C49}">
      <dgm:prSet/>
      <dgm:spPr/>
      <dgm:t>
        <a:bodyPr/>
        <a:lstStyle/>
        <a:p>
          <a:endParaRPr lang="da-DK"/>
        </a:p>
      </dgm:t>
    </dgm:pt>
    <mc:AlternateContent xmlns:mc="http://schemas.openxmlformats.org/markup-compatibility/2006" xmlns:a14="http://schemas.microsoft.com/office/drawing/2010/main">
      <mc:Choice Requires="a14">
        <dgm:pt modelId="{975710B6-272E-46AB-BAA3-5512ACE491F5}">
          <dgm:prSet custT="1"/>
          <dgm:spPr/>
          <dgm:t>
            <a:bodyPr/>
            <a:lstStyle/>
            <a:p>
              <a:r>
                <a:rPr lang="en-GB" sz="1400" dirty="0"/>
                <a:t>Bins characterized by projector </a:t>
              </a:r>
              <a14:m>
                <m:oMath xmlns:m="http://schemas.openxmlformats.org/officeDocument/2006/math">
                  <m:sSub>
                    <m:sSubPr>
                      <m:ctrlPr>
                        <a:rPr lang="da-DK" sz="1400" b="0" i="1">
                          <a:latin typeface="Cambria Math" panose="02040503050406030204" pitchFamily="18" charset="0"/>
                        </a:rPr>
                      </m:ctrlPr>
                    </m:sSubPr>
                    <m:e>
                      <m:d>
                        <m:dPr>
                          <m:begChr m:val="{"/>
                          <m:endChr m:val="}"/>
                          <m:ctrlPr>
                            <a:rPr lang="da-DK" sz="14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da-DK" sz="1400" b="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da-DK" sz="1400" b="0" i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da-DK" sz="1400" b="0" i="0"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e>
                              </m:acc>
                            </m:e>
                            <m:sub>
                              <m:r>
                                <a:rPr lang="da-DK" sz="1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da-DK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a-DK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a-DK" sz="14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da-DK" sz="1400" b="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sub>
                                  </m:sSub>
                                </m:e>
                              </m:d>
                            </m:sup>
                          </m:sSubSup>
                        </m:e>
                      </m:d>
                    </m:e>
                    <m:sub>
                      <m:r>
                        <a:rPr lang="da-DK" sz="1400" b="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da-DK" sz="1400" b="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a-DK" sz="1400" b="0" i="1">
                          <a:latin typeface="Cambria Math" panose="02040503050406030204" pitchFamily="18" charset="0"/>
                        </a:rPr>
                        <m:t>𝑏</m:t>
                      </m:r>
                    </m:sub>
                  </m:sSub>
                </m:oMath>
              </a14:m>
              <a:r>
                <a:rPr lang="en-GB" sz="1400" dirty="0"/>
                <a:t> and number of hits </a:t>
              </a:r>
              <a14:m>
                <m:oMath xmlns:m="http://schemas.openxmlformats.org/officeDocument/2006/math">
                  <m:sSub>
                    <m:sSubPr>
                      <m:ctrlPr>
                        <a:rPr lang="da-DK" sz="1400" b="0"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da-DK" sz="1400" b="0" i="1">
                          <a:latin typeface="Cambria Math" panose="02040503050406030204" pitchFamily="18" charset="0"/>
                        </a:rPr>
                        <m:t>𝑁</m:t>
                      </m:r>
                    </m:e>
                    <m:sub>
                      <m:r>
                        <a:rPr lang="da-DK" sz="1400" b="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da-DK" sz="1400" b="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a-DK" sz="1400" b="0" i="1">
                          <a:latin typeface="Cambria Math" panose="02040503050406030204" pitchFamily="18" charset="0"/>
                        </a:rPr>
                        <m:t>𝑏</m:t>
                      </m:r>
                    </m:sub>
                  </m:sSub>
                </m:oMath>
              </a14:m>
              <a:endParaRPr lang="da-DK" sz="1400" dirty="0"/>
            </a:p>
          </dgm:t>
        </dgm:pt>
      </mc:Choice>
      <mc:Fallback xmlns="">
        <dgm:pt modelId="{975710B6-272E-46AB-BAA3-5512ACE491F5}">
          <dgm:prSet custT="1"/>
          <dgm:spPr/>
          <dgm:t>
            <a:bodyPr/>
            <a:lstStyle/>
            <a:p>
              <a:r>
                <a:rPr lang="en-GB" sz="1400" dirty="0"/>
                <a:t>Bins characterized by projector </a:t>
              </a:r>
              <a:r>
                <a:rPr lang="da-DK" sz="1400" b="0" i="0">
                  <a:latin typeface="Cambria Math" panose="02040503050406030204" pitchFamily="18" charset="0"/>
                </a:rPr>
                <a:t>{Π ̂_</a:t>
              </a:r>
              <a:r>
                <a:rPr lang="da-DK" sz="1400" i="0">
                  <a:latin typeface="Cambria Math" panose="02040503050406030204" pitchFamily="18" charset="0"/>
                </a:rPr>
                <a:t>𝑏^</a:t>
              </a:r>
              <a:r>
                <a:rPr lang="da-DK" sz="1400" b="0" i="0">
                  <a:latin typeface="Cambria Math" panose="02040503050406030204" pitchFamily="18" charset="0"/>
                </a:rPr>
                <a:t>((</a:t>
              </a:r>
              <a:r>
                <a:rPr lang="da-DK" sz="1400" i="0">
                  <a:latin typeface="Cambria Math" panose="02040503050406030204" pitchFamily="18" charset="0"/>
                </a:rPr>
                <a:t>𝜃_</a:t>
              </a:r>
              <a:r>
                <a:rPr lang="da-DK" sz="1400" b="0" i="0">
                  <a:latin typeface="Cambria Math" panose="02040503050406030204" pitchFamily="18" charset="0"/>
                </a:rPr>
                <a:t>𝑎 ) ) }_(𝑎,𝑏)</a:t>
              </a:r>
              <a:r>
                <a:rPr lang="en-GB" sz="1400" dirty="0"/>
                <a:t> and number of hits </a:t>
              </a:r>
              <a:r>
                <a:rPr lang="da-DK" sz="1400" b="0" i="0">
                  <a:latin typeface="Cambria Math" panose="02040503050406030204" pitchFamily="18" charset="0"/>
                </a:rPr>
                <a:t>𝑁_(𝑎,𝑏)</a:t>
              </a:r>
              <a:endParaRPr lang="da-DK" sz="1400" dirty="0"/>
            </a:p>
          </dgm:t>
        </dgm:pt>
      </mc:Fallback>
    </mc:AlternateContent>
    <dgm:pt modelId="{4E285F56-394C-462F-8FD2-E38C99A9F9F4}" type="parTrans" cxnId="{4CE0C47C-0CC2-4D4D-B626-89A18908B207}">
      <dgm:prSet/>
      <dgm:spPr/>
      <dgm:t>
        <a:bodyPr/>
        <a:lstStyle/>
        <a:p>
          <a:endParaRPr lang="da-DK"/>
        </a:p>
      </dgm:t>
    </dgm:pt>
    <dgm:pt modelId="{1686D4A3-2155-4AC2-8A7B-1FB4CA72C328}" type="sibTrans" cxnId="{4CE0C47C-0CC2-4D4D-B626-89A18908B207}">
      <dgm:prSet/>
      <dgm:spPr/>
      <dgm:t>
        <a:bodyPr/>
        <a:lstStyle/>
        <a:p>
          <a:endParaRPr lang="da-DK"/>
        </a:p>
      </dgm:t>
    </dgm:pt>
    <dgm:pt modelId="{ECD16D22-5D2D-4DB7-8815-DB4D309EBC26}" type="pres">
      <dgm:prSet presAssocID="{31938478-2F3D-4F2F-9255-B7B14D6B6180}" presName="Name0" presStyleCnt="0">
        <dgm:presLayoutVars>
          <dgm:dir/>
          <dgm:animLvl val="lvl"/>
          <dgm:resizeHandles val="exact"/>
        </dgm:presLayoutVars>
      </dgm:prSet>
      <dgm:spPr/>
    </dgm:pt>
    <dgm:pt modelId="{4B3F2DF6-0138-487E-8A2D-288FD0194D7A}" type="pres">
      <dgm:prSet presAssocID="{D29AA40C-17D4-41EA-A384-FBD09E2D1467}" presName="linNode" presStyleCnt="0"/>
      <dgm:spPr/>
    </dgm:pt>
    <dgm:pt modelId="{09CF906B-09C8-4343-B2BD-167572238BF5}" type="pres">
      <dgm:prSet presAssocID="{D29AA40C-17D4-41EA-A384-FBD09E2D1467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FDDFA584-6644-4135-B81D-5133C30AECD5}" type="pres">
      <dgm:prSet presAssocID="{D29AA40C-17D4-41EA-A384-FBD09E2D1467}" presName="descendantText" presStyleLbl="alignAccFollowNode1" presStyleIdx="0" presStyleCnt="3">
        <dgm:presLayoutVars>
          <dgm:bulletEnabled val="1"/>
        </dgm:presLayoutVars>
      </dgm:prSet>
      <dgm:spPr/>
    </dgm:pt>
    <dgm:pt modelId="{2AF50755-3568-4BF0-8155-B04A8CDFAD60}" type="pres">
      <dgm:prSet presAssocID="{B570966B-04B5-474B-A31F-BF5FCAA5753B}" presName="sp" presStyleCnt="0"/>
      <dgm:spPr/>
    </dgm:pt>
    <dgm:pt modelId="{87E18478-4579-4134-A6D0-7CA682FBB5B6}" type="pres">
      <dgm:prSet presAssocID="{326BF07E-BCE5-4BB4-B9A3-EE6DC7AEE13D}" presName="linNode" presStyleCnt="0"/>
      <dgm:spPr/>
    </dgm:pt>
    <dgm:pt modelId="{066170AD-D90D-42B1-8439-C3761300D5A3}" type="pres">
      <dgm:prSet presAssocID="{326BF07E-BCE5-4BB4-B9A3-EE6DC7AEE13D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24D869E7-C666-4CD0-AA00-F97A74EA895B}" type="pres">
      <dgm:prSet presAssocID="{326BF07E-BCE5-4BB4-B9A3-EE6DC7AEE13D}" presName="descendantText" presStyleLbl="alignAccFollowNode1" presStyleIdx="1" presStyleCnt="3">
        <dgm:presLayoutVars>
          <dgm:bulletEnabled val="1"/>
        </dgm:presLayoutVars>
      </dgm:prSet>
      <dgm:spPr/>
    </dgm:pt>
    <dgm:pt modelId="{BE5474EF-C653-44CF-847C-E4B02FD97109}" type="pres">
      <dgm:prSet presAssocID="{D6C9222F-22BC-4701-B8CA-C4C0BBFE20DA}" presName="sp" presStyleCnt="0"/>
      <dgm:spPr/>
    </dgm:pt>
    <dgm:pt modelId="{BDC89356-74F5-4506-AC95-F788D004C794}" type="pres">
      <dgm:prSet presAssocID="{3915B910-27C1-4AE8-B48E-A5770F4AD2E6}" presName="linNode" presStyleCnt="0"/>
      <dgm:spPr/>
    </dgm:pt>
    <dgm:pt modelId="{328A635F-CD2F-43E3-B1F7-5807680B35B2}" type="pres">
      <dgm:prSet presAssocID="{3915B910-27C1-4AE8-B48E-A5770F4AD2E6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E4FF4ABB-0290-418A-A2D1-EB0873F31EAB}" type="pres">
      <dgm:prSet presAssocID="{3915B910-27C1-4AE8-B48E-A5770F4AD2E6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BA489160-FC62-4714-AC1D-D3DAEFDD4C49}" srcId="{3915B910-27C1-4AE8-B48E-A5770F4AD2E6}" destId="{5DBA9CF9-746C-447B-A606-F2F1A61BE5C3}" srcOrd="0" destOrd="0" parTransId="{43E0C843-E995-441C-8231-F446225E99AF}" sibTransId="{F793BF01-21A1-4BCD-A12B-948495F8DE19}"/>
    <dgm:cxn modelId="{D0C98061-1A04-461B-A4F0-E49EF5DFCAC0}" srcId="{31938478-2F3D-4F2F-9255-B7B14D6B6180}" destId="{D29AA40C-17D4-41EA-A384-FBD09E2D1467}" srcOrd="0" destOrd="0" parTransId="{FCC11590-4151-447D-B609-A129C8DA808A}" sibTransId="{B570966B-04B5-474B-A31F-BF5FCAA5753B}"/>
    <dgm:cxn modelId="{4CE0C47C-0CC2-4D4D-B626-89A18908B207}" srcId="{3915B910-27C1-4AE8-B48E-A5770F4AD2E6}" destId="{975710B6-272E-46AB-BAA3-5512ACE491F5}" srcOrd="1" destOrd="0" parTransId="{4E285F56-394C-462F-8FD2-E38C99A9F9F4}" sibTransId="{1686D4A3-2155-4AC2-8A7B-1FB4CA72C328}"/>
    <dgm:cxn modelId="{CDD1A380-AEF4-44DB-B0D9-38F8C876B57B}" type="presOf" srcId="{31938478-2F3D-4F2F-9255-B7B14D6B6180}" destId="{ECD16D22-5D2D-4DB7-8815-DB4D309EBC26}" srcOrd="0" destOrd="0" presId="urn:microsoft.com/office/officeart/2005/8/layout/vList5"/>
    <dgm:cxn modelId="{7F1AF68D-BBA5-4AB9-A28E-CA384775B495}" type="presOf" srcId="{326BF07E-BCE5-4BB4-B9A3-EE6DC7AEE13D}" destId="{066170AD-D90D-42B1-8439-C3761300D5A3}" srcOrd="0" destOrd="0" presId="urn:microsoft.com/office/officeart/2005/8/layout/vList5"/>
    <dgm:cxn modelId="{AEBFE4A5-303C-4679-99DB-ACBC107AEA0E}" srcId="{326BF07E-BCE5-4BB4-B9A3-EE6DC7AEE13D}" destId="{1DC6D8CA-B99B-42B9-9F54-5348B810E5BB}" srcOrd="0" destOrd="0" parTransId="{F21BF93B-BFD4-43F8-9A3E-C5558DD4574E}" sibTransId="{28874FDC-3BF0-45E6-9A98-3C0CEEE24865}"/>
    <dgm:cxn modelId="{DF58A3A6-22B4-4E0A-9BA9-F7F0A9A5C8B1}" type="presOf" srcId="{CFFAE4B7-17FB-46E4-9F4A-5E93A91EE50F}" destId="{FDDFA584-6644-4135-B81D-5133C30AECD5}" srcOrd="0" destOrd="0" presId="urn:microsoft.com/office/officeart/2005/8/layout/vList5"/>
    <dgm:cxn modelId="{BF6840A8-08CA-4AA1-B2FF-25FF15CF0CE7}" srcId="{31938478-2F3D-4F2F-9255-B7B14D6B6180}" destId="{3915B910-27C1-4AE8-B48E-A5770F4AD2E6}" srcOrd="2" destOrd="0" parTransId="{67840A1D-73A3-412D-A278-3792BA47BE2C}" sibTransId="{035CCC12-5E00-4ABE-8E17-D71827F6B0DD}"/>
    <dgm:cxn modelId="{95A391B1-2781-4E38-AAEC-08728AF2115C}" type="presOf" srcId="{1DC6D8CA-B99B-42B9-9F54-5348B810E5BB}" destId="{24D869E7-C666-4CD0-AA00-F97A74EA895B}" srcOrd="0" destOrd="0" presId="urn:microsoft.com/office/officeart/2005/8/layout/vList5"/>
    <dgm:cxn modelId="{5FF6E9B5-6679-4F84-B0FD-669BF4CC76B1}" srcId="{31938478-2F3D-4F2F-9255-B7B14D6B6180}" destId="{326BF07E-BCE5-4BB4-B9A3-EE6DC7AEE13D}" srcOrd="1" destOrd="0" parTransId="{7719C3C2-1769-4236-866A-C866EAAB64BA}" sibTransId="{D6C9222F-22BC-4701-B8CA-C4C0BBFE20DA}"/>
    <dgm:cxn modelId="{D6A5C6B6-2534-4385-A954-BE4A0902069C}" type="presOf" srcId="{3915B910-27C1-4AE8-B48E-A5770F4AD2E6}" destId="{328A635F-CD2F-43E3-B1F7-5807680B35B2}" srcOrd="0" destOrd="0" presId="urn:microsoft.com/office/officeart/2005/8/layout/vList5"/>
    <dgm:cxn modelId="{1E63C8BF-2CB3-442D-AB10-652530987BE7}" type="presOf" srcId="{975710B6-272E-46AB-BAA3-5512ACE491F5}" destId="{E4FF4ABB-0290-418A-A2D1-EB0873F31EAB}" srcOrd="0" destOrd="1" presId="urn:microsoft.com/office/officeart/2005/8/layout/vList5"/>
    <dgm:cxn modelId="{5D2820E9-1850-4453-A131-B9084C01D1CF}" srcId="{D29AA40C-17D4-41EA-A384-FBD09E2D1467}" destId="{CFFAE4B7-17FB-46E4-9F4A-5E93A91EE50F}" srcOrd="0" destOrd="0" parTransId="{B0BBE04E-CF1B-4EE9-B105-14CA24F43387}" sibTransId="{4195135D-60E9-443D-9E9C-275AB84307B5}"/>
    <dgm:cxn modelId="{87DA2DE9-EA02-4C14-B92F-C938CF779183}" type="presOf" srcId="{5DBA9CF9-746C-447B-A606-F2F1A61BE5C3}" destId="{E4FF4ABB-0290-418A-A2D1-EB0873F31EAB}" srcOrd="0" destOrd="0" presId="urn:microsoft.com/office/officeart/2005/8/layout/vList5"/>
    <dgm:cxn modelId="{2353F9F8-8D81-4245-8B78-7A26911ED973}" type="presOf" srcId="{D29AA40C-17D4-41EA-A384-FBD09E2D1467}" destId="{09CF906B-09C8-4343-B2BD-167572238BF5}" srcOrd="0" destOrd="0" presId="urn:microsoft.com/office/officeart/2005/8/layout/vList5"/>
    <dgm:cxn modelId="{49397AA3-080B-4AD8-8718-7BD107046DD6}" type="presParOf" srcId="{ECD16D22-5D2D-4DB7-8815-DB4D309EBC26}" destId="{4B3F2DF6-0138-487E-8A2D-288FD0194D7A}" srcOrd="0" destOrd="0" presId="urn:microsoft.com/office/officeart/2005/8/layout/vList5"/>
    <dgm:cxn modelId="{D5042388-D398-438B-8770-987BF6C33FB5}" type="presParOf" srcId="{4B3F2DF6-0138-487E-8A2D-288FD0194D7A}" destId="{09CF906B-09C8-4343-B2BD-167572238BF5}" srcOrd="0" destOrd="0" presId="urn:microsoft.com/office/officeart/2005/8/layout/vList5"/>
    <dgm:cxn modelId="{6A561D7F-BCC1-47D2-85F0-2F38D500EA41}" type="presParOf" srcId="{4B3F2DF6-0138-487E-8A2D-288FD0194D7A}" destId="{FDDFA584-6644-4135-B81D-5133C30AECD5}" srcOrd="1" destOrd="0" presId="urn:microsoft.com/office/officeart/2005/8/layout/vList5"/>
    <dgm:cxn modelId="{262D3E52-6062-4BE8-9AE2-C70376A417FC}" type="presParOf" srcId="{ECD16D22-5D2D-4DB7-8815-DB4D309EBC26}" destId="{2AF50755-3568-4BF0-8155-B04A8CDFAD60}" srcOrd="1" destOrd="0" presId="urn:microsoft.com/office/officeart/2005/8/layout/vList5"/>
    <dgm:cxn modelId="{9F90FEF3-5F9C-484E-81AB-913A2CE49635}" type="presParOf" srcId="{ECD16D22-5D2D-4DB7-8815-DB4D309EBC26}" destId="{87E18478-4579-4134-A6D0-7CA682FBB5B6}" srcOrd="2" destOrd="0" presId="urn:microsoft.com/office/officeart/2005/8/layout/vList5"/>
    <dgm:cxn modelId="{22C370C7-B6F5-4816-9E22-A32B9E9AC997}" type="presParOf" srcId="{87E18478-4579-4134-A6D0-7CA682FBB5B6}" destId="{066170AD-D90D-42B1-8439-C3761300D5A3}" srcOrd="0" destOrd="0" presId="urn:microsoft.com/office/officeart/2005/8/layout/vList5"/>
    <dgm:cxn modelId="{04D87F48-CB80-4D0D-A8C5-C396C58162DC}" type="presParOf" srcId="{87E18478-4579-4134-A6D0-7CA682FBB5B6}" destId="{24D869E7-C666-4CD0-AA00-F97A74EA895B}" srcOrd="1" destOrd="0" presId="urn:microsoft.com/office/officeart/2005/8/layout/vList5"/>
    <dgm:cxn modelId="{579DA38D-EA7F-4538-B73D-B70906ACC805}" type="presParOf" srcId="{ECD16D22-5D2D-4DB7-8815-DB4D309EBC26}" destId="{BE5474EF-C653-44CF-847C-E4B02FD97109}" srcOrd="3" destOrd="0" presId="urn:microsoft.com/office/officeart/2005/8/layout/vList5"/>
    <dgm:cxn modelId="{5B9C4743-4FC1-4C23-85A1-6436B977B276}" type="presParOf" srcId="{ECD16D22-5D2D-4DB7-8815-DB4D309EBC26}" destId="{BDC89356-74F5-4506-AC95-F788D004C794}" srcOrd="4" destOrd="0" presId="urn:microsoft.com/office/officeart/2005/8/layout/vList5"/>
    <dgm:cxn modelId="{C0D4FA38-31CD-4F1F-AA4B-62ED32E2D8C7}" type="presParOf" srcId="{BDC89356-74F5-4506-AC95-F788D004C794}" destId="{328A635F-CD2F-43E3-B1F7-5807680B35B2}" srcOrd="0" destOrd="0" presId="urn:microsoft.com/office/officeart/2005/8/layout/vList5"/>
    <dgm:cxn modelId="{03918D8E-A971-4EBA-8705-EE3712BCC407}" type="presParOf" srcId="{BDC89356-74F5-4506-AC95-F788D004C794}" destId="{E4FF4ABB-0290-418A-A2D1-EB0873F31EAB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31938478-2F3D-4F2F-9255-B7B14D6B6180}" type="doc">
      <dgm:prSet loTypeId="urn:microsoft.com/office/officeart/2005/8/layout/vList5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da-DK"/>
        </a:p>
      </dgm:t>
    </dgm:pt>
    <dgm:pt modelId="{D29AA40C-17D4-41EA-A384-FBD09E2D1467}">
      <dgm:prSet/>
      <dgm:spPr/>
      <dgm:t>
        <a:bodyPr/>
        <a:lstStyle/>
        <a:p>
          <a:r>
            <a:rPr lang="en-GB" dirty="0"/>
            <a:t>Goal</a:t>
          </a:r>
          <a:endParaRPr lang="da-DK" dirty="0"/>
        </a:p>
      </dgm:t>
    </dgm:pt>
    <dgm:pt modelId="{FCC11590-4151-447D-B609-A129C8DA808A}" type="parTrans" cxnId="{D0C98061-1A04-461B-A4F0-E49EF5DFCAC0}">
      <dgm:prSet/>
      <dgm:spPr/>
      <dgm:t>
        <a:bodyPr/>
        <a:lstStyle/>
        <a:p>
          <a:endParaRPr lang="da-DK"/>
        </a:p>
      </dgm:t>
    </dgm:pt>
    <dgm:pt modelId="{B570966B-04B5-474B-A31F-BF5FCAA5753B}" type="sibTrans" cxnId="{D0C98061-1A04-461B-A4F0-E49EF5DFCAC0}">
      <dgm:prSet/>
      <dgm:spPr/>
      <dgm:t>
        <a:bodyPr/>
        <a:lstStyle/>
        <a:p>
          <a:endParaRPr lang="da-DK"/>
        </a:p>
      </dgm:t>
    </dgm:pt>
    <dgm:pt modelId="{326BF07E-BCE5-4BB4-B9A3-EE6DC7AEE13D}">
      <dgm:prSet/>
      <dgm:spPr/>
      <dgm:t>
        <a:bodyPr/>
        <a:lstStyle/>
        <a:p>
          <a:r>
            <a:rPr lang="en-GB" dirty="0"/>
            <a:t>Bin results</a:t>
          </a:r>
          <a:endParaRPr lang="da-DK" dirty="0"/>
        </a:p>
      </dgm:t>
    </dgm:pt>
    <dgm:pt modelId="{7719C3C2-1769-4236-866A-C866EAAB64BA}" type="parTrans" cxnId="{5FF6E9B5-6679-4F84-B0FD-669BF4CC76B1}">
      <dgm:prSet/>
      <dgm:spPr/>
      <dgm:t>
        <a:bodyPr/>
        <a:lstStyle/>
        <a:p>
          <a:endParaRPr lang="da-DK"/>
        </a:p>
      </dgm:t>
    </dgm:pt>
    <dgm:pt modelId="{D6C9222F-22BC-4701-B8CA-C4C0BBFE20DA}" type="sibTrans" cxnId="{5FF6E9B5-6679-4F84-B0FD-669BF4CC76B1}">
      <dgm:prSet/>
      <dgm:spPr/>
      <dgm:t>
        <a:bodyPr/>
        <a:lstStyle/>
        <a:p>
          <a:endParaRPr lang="da-DK"/>
        </a:p>
      </dgm:t>
    </dgm:pt>
    <dgm:pt modelId="{CFFAE4B7-17FB-46E4-9F4A-5E93A91EE50F}">
      <dgm:prSet custT="1"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da-DK">
              <a:noFill/>
            </a:rPr>
            <a:t> </a:t>
          </a:r>
        </a:p>
      </dgm:t>
    </dgm:pt>
    <dgm:pt modelId="{B0BBE04E-CF1B-4EE9-B105-14CA24F43387}" type="parTrans" cxnId="{5D2820E9-1850-4453-A131-B9084C01D1CF}">
      <dgm:prSet/>
      <dgm:spPr/>
      <dgm:t>
        <a:bodyPr/>
        <a:lstStyle/>
        <a:p>
          <a:endParaRPr lang="da-DK"/>
        </a:p>
      </dgm:t>
    </dgm:pt>
    <dgm:pt modelId="{4195135D-60E9-443D-9E9C-275AB84307B5}" type="sibTrans" cxnId="{5D2820E9-1850-4453-A131-B9084C01D1CF}">
      <dgm:prSet/>
      <dgm:spPr/>
      <dgm:t>
        <a:bodyPr/>
        <a:lstStyle/>
        <a:p>
          <a:endParaRPr lang="da-DK"/>
        </a:p>
      </dgm:t>
    </dgm:pt>
    <dgm:pt modelId="{1DC6D8CA-B99B-42B9-9F54-5348B810E5BB}">
      <dgm:prSet custT="1"/>
      <dgm:spPr/>
      <dgm:t>
        <a:bodyPr/>
        <a:lstStyle/>
        <a:p>
          <a:r>
            <a:rPr lang="en-GB" sz="1600" dirty="0" err="1"/>
            <a:t>Quadratures</a:t>
          </a:r>
          <a:r>
            <a:rPr lang="en-GB" sz="1600" dirty="0"/>
            <a:t> are not a probability function but a probability density</a:t>
          </a:r>
          <a:endParaRPr lang="da-DK" sz="1600" dirty="0"/>
        </a:p>
      </dgm:t>
    </dgm:pt>
    <dgm:pt modelId="{F21BF93B-BFD4-43F8-9A3E-C5558DD4574E}" type="parTrans" cxnId="{AEBFE4A5-303C-4679-99DB-ACBC107AEA0E}">
      <dgm:prSet/>
      <dgm:spPr/>
      <dgm:t>
        <a:bodyPr/>
        <a:lstStyle/>
        <a:p>
          <a:endParaRPr lang="da-DK"/>
        </a:p>
      </dgm:t>
    </dgm:pt>
    <dgm:pt modelId="{28874FDC-3BF0-45E6-9A98-3C0CEEE24865}" type="sibTrans" cxnId="{AEBFE4A5-303C-4679-99DB-ACBC107AEA0E}">
      <dgm:prSet/>
      <dgm:spPr/>
      <dgm:t>
        <a:bodyPr/>
        <a:lstStyle/>
        <a:p>
          <a:endParaRPr lang="da-DK"/>
        </a:p>
      </dgm:t>
    </dgm:pt>
    <dgm:pt modelId="{3915B910-27C1-4AE8-B48E-A5770F4AD2E6}">
      <dgm:prSet/>
      <dgm:spPr/>
      <dgm:t>
        <a:bodyPr/>
        <a:lstStyle/>
        <a:p>
          <a:r>
            <a:rPr lang="en-GB" dirty="0"/>
            <a:t>Bin hits and projectors</a:t>
          </a:r>
          <a:endParaRPr lang="da-DK" dirty="0"/>
        </a:p>
      </dgm:t>
    </dgm:pt>
    <dgm:pt modelId="{67840A1D-73A3-412D-A278-3792BA47BE2C}" type="parTrans" cxnId="{BF6840A8-08CA-4AA1-B2FF-25FF15CF0CE7}">
      <dgm:prSet/>
      <dgm:spPr/>
      <dgm:t>
        <a:bodyPr/>
        <a:lstStyle/>
        <a:p>
          <a:endParaRPr lang="da-DK"/>
        </a:p>
      </dgm:t>
    </dgm:pt>
    <dgm:pt modelId="{035CCC12-5E00-4ABE-8E17-D71827F6B0DD}" type="sibTrans" cxnId="{BF6840A8-08CA-4AA1-B2FF-25FF15CF0CE7}">
      <dgm:prSet/>
      <dgm:spPr/>
      <dgm:t>
        <a:bodyPr/>
        <a:lstStyle/>
        <a:p>
          <a:endParaRPr lang="da-DK"/>
        </a:p>
      </dgm:t>
    </dgm:pt>
    <dgm:pt modelId="{5DBA9CF9-746C-447B-A606-F2F1A61BE5C3}">
      <dgm:prSet custT="1"/>
      <dgm:spPr>
        <a:blipFill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r>
            <a:rPr lang="da-DK">
              <a:noFill/>
            </a:rPr>
            <a:t> </a:t>
          </a:r>
        </a:p>
      </dgm:t>
    </dgm:pt>
    <dgm:pt modelId="{43E0C843-E995-441C-8231-F446225E99AF}" type="parTrans" cxnId="{BA489160-FC62-4714-AC1D-D3DAEFDD4C49}">
      <dgm:prSet/>
      <dgm:spPr/>
      <dgm:t>
        <a:bodyPr/>
        <a:lstStyle/>
        <a:p>
          <a:endParaRPr lang="da-DK"/>
        </a:p>
      </dgm:t>
    </dgm:pt>
    <dgm:pt modelId="{F793BF01-21A1-4BCD-A12B-948495F8DE19}" type="sibTrans" cxnId="{BA489160-FC62-4714-AC1D-D3DAEFDD4C49}">
      <dgm:prSet/>
      <dgm:spPr/>
      <dgm:t>
        <a:bodyPr/>
        <a:lstStyle/>
        <a:p>
          <a:endParaRPr lang="da-DK"/>
        </a:p>
      </dgm:t>
    </dgm:pt>
    <dgm:pt modelId="{975710B6-272E-46AB-BAA3-5512ACE491F5}">
      <dgm:prSet custT="1"/>
      <dgm:spPr/>
      <dgm:t>
        <a:bodyPr/>
        <a:lstStyle/>
        <a:p>
          <a:r>
            <a:rPr lang="da-DK">
              <a:noFill/>
            </a:rPr>
            <a:t> </a:t>
          </a:r>
        </a:p>
      </dgm:t>
    </dgm:pt>
    <dgm:pt modelId="{4E285F56-394C-462F-8FD2-E38C99A9F9F4}" type="parTrans" cxnId="{4CE0C47C-0CC2-4D4D-B626-89A18908B207}">
      <dgm:prSet/>
      <dgm:spPr/>
      <dgm:t>
        <a:bodyPr/>
        <a:lstStyle/>
        <a:p>
          <a:endParaRPr lang="da-DK"/>
        </a:p>
      </dgm:t>
    </dgm:pt>
    <dgm:pt modelId="{1686D4A3-2155-4AC2-8A7B-1FB4CA72C328}" type="sibTrans" cxnId="{4CE0C47C-0CC2-4D4D-B626-89A18908B207}">
      <dgm:prSet/>
      <dgm:spPr/>
      <dgm:t>
        <a:bodyPr/>
        <a:lstStyle/>
        <a:p>
          <a:endParaRPr lang="da-DK"/>
        </a:p>
      </dgm:t>
    </dgm:pt>
    <dgm:pt modelId="{ECD16D22-5D2D-4DB7-8815-DB4D309EBC26}" type="pres">
      <dgm:prSet presAssocID="{31938478-2F3D-4F2F-9255-B7B14D6B6180}" presName="Name0" presStyleCnt="0">
        <dgm:presLayoutVars>
          <dgm:dir/>
          <dgm:animLvl val="lvl"/>
          <dgm:resizeHandles val="exact"/>
        </dgm:presLayoutVars>
      </dgm:prSet>
      <dgm:spPr/>
    </dgm:pt>
    <dgm:pt modelId="{4B3F2DF6-0138-487E-8A2D-288FD0194D7A}" type="pres">
      <dgm:prSet presAssocID="{D29AA40C-17D4-41EA-A384-FBD09E2D1467}" presName="linNode" presStyleCnt="0"/>
      <dgm:spPr/>
    </dgm:pt>
    <dgm:pt modelId="{09CF906B-09C8-4343-B2BD-167572238BF5}" type="pres">
      <dgm:prSet presAssocID="{D29AA40C-17D4-41EA-A384-FBD09E2D1467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FDDFA584-6644-4135-B81D-5133C30AECD5}" type="pres">
      <dgm:prSet presAssocID="{D29AA40C-17D4-41EA-A384-FBD09E2D1467}" presName="descendantText" presStyleLbl="alignAccFollowNode1" presStyleIdx="0" presStyleCnt="3">
        <dgm:presLayoutVars>
          <dgm:bulletEnabled val="1"/>
        </dgm:presLayoutVars>
      </dgm:prSet>
      <dgm:spPr/>
    </dgm:pt>
    <dgm:pt modelId="{2AF50755-3568-4BF0-8155-B04A8CDFAD60}" type="pres">
      <dgm:prSet presAssocID="{B570966B-04B5-474B-A31F-BF5FCAA5753B}" presName="sp" presStyleCnt="0"/>
      <dgm:spPr/>
    </dgm:pt>
    <dgm:pt modelId="{87E18478-4579-4134-A6D0-7CA682FBB5B6}" type="pres">
      <dgm:prSet presAssocID="{326BF07E-BCE5-4BB4-B9A3-EE6DC7AEE13D}" presName="linNode" presStyleCnt="0"/>
      <dgm:spPr/>
    </dgm:pt>
    <dgm:pt modelId="{066170AD-D90D-42B1-8439-C3761300D5A3}" type="pres">
      <dgm:prSet presAssocID="{326BF07E-BCE5-4BB4-B9A3-EE6DC7AEE13D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24D869E7-C666-4CD0-AA00-F97A74EA895B}" type="pres">
      <dgm:prSet presAssocID="{326BF07E-BCE5-4BB4-B9A3-EE6DC7AEE13D}" presName="descendantText" presStyleLbl="alignAccFollowNode1" presStyleIdx="1" presStyleCnt="3">
        <dgm:presLayoutVars>
          <dgm:bulletEnabled val="1"/>
        </dgm:presLayoutVars>
      </dgm:prSet>
      <dgm:spPr/>
    </dgm:pt>
    <dgm:pt modelId="{BE5474EF-C653-44CF-847C-E4B02FD97109}" type="pres">
      <dgm:prSet presAssocID="{D6C9222F-22BC-4701-B8CA-C4C0BBFE20DA}" presName="sp" presStyleCnt="0"/>
      <dgm:spPr/>
    </dgm:pt>
    <dgm:pt modelId="{BDC89356-74F5-4506-AC95-F788D004C794}" type="pres">
      <dgm:prSet presAssocID="{3915B910-27C1-4AE8-B48E-A5770F4AD2E6}" presName="linNode" presStyleCnt="0"/>
      <dgm:spPr/>
    </dgm:pt>
    <dgm:pt modelId="{328A635F-CD2F-43E3-B1F7-5807680B35B2}" type="pres">
      <dgm:prSet presAssocID="{3915B910-27C1-4AE8-B48E-A5770F4AD2E6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E4FF4ABB-0290-418A-A2D1-EB0873F31EAB}" type="pres">
      <dgm:prSet presAssocID="{3915B910-27C1-4AE8-B48E-A5770F4AD2E6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BA489160-FC62-4714-AC1D-D3DAEFDD4C49}" srcId="{3915B910-27C1-4AE8-B48E-A5770F4AD2E6}" destId="{5DBA9CF9-746C-447B-A606-F2F1A61BE5C3}" srcOrd="0" destOrd="0" parTransId="{43E0C843-E995-441C-8231-F446225E99AF}" sibTransId="{F793BF01-21A1-4BCD-A12B-948495F8DE19}"/>
    <dgm:cxn modelId="{D0C98061-1A04-461B-A4F0-E49EF5DFCAC0}" srcId="{31938478-2F3D-4F2F-9255-B7B14D6B6180}" destId="{D29AA40C-17D4-41EA-A384-FBD09E2D1467}" srcOrd="0" destOrd="0" parTransId="{FCC11590-4151-447D-B609-A129C8DA808A}" sibTransId="{B570966B-04B5-474B-A31F-BF5FCAA5753B}"/>
    <dgm:cxn modelId="{4CE0C47C-0CC2-4D4D-B626-89A18908B207}" srcId="{3915B910-27C1-4AE8-B48E-A5770F4AD2E6}" destId="{975710B6-272E-46AB-BAA3-5512ACE491F5}" srcOrd="1" destOrd="0" parTransId="{4E285F56-394C-462F-8FD2-E38C99A9F9F4}" sibTransId="{1686D4A3-2155-4AC2-8A7B-1FB4CA72C328}"/>
    <dgm:cxn modelId="{CDD1A380-AEF4-44DB-B0D9-38F8C876B57B}" type="presOf" srcId="{31938478-2F3D-4F2F-9255-B7B14D6B6180}" destId="{ECD16D22-5D2D-4DB7-8815-DB4D309EBC26}" srcOrd="0" destOrd="0" presId="urn:microsoft.com/office/officeart/2005/8/layout/vList5"/>
    <dgm:cxn modelId="{7F1AF68D-BBA5-4AB9-A28E-CA384775B495}" type="presOf" srcId="{326BF07E-BCE5-4BB4-B9A3-EE6DC7AEE13D}" destId="{066170AD-D90D-42B1-8439-C3761300D5A3}" srcOrd="0" destOrd="0" presId="urn:microsoft.com/office/officeart/2005/8/layout/vList5"/>
    <dgm:cxn modelId="{AEBFE4A5-303C-4679-99DB-ACBC107AEA0E}" srcId="{326BF07E-BCE5-4BB4-B9A3-EE6DC7AEE13D}" destId="{1DC6D8CA-B99B-42B9-9F54-5348B810E5BB}" srcOrd="0" destOrd="0" parTransId="{F21BF93B-BFD4-43F8-9A3E-C5558DD4574E}" sibTransId="{28874FDC-3BF0-45E6-9A98-3C0CEEE24865}"/>
    <dgm:cxn modelId="{DF58A3A6-22B4-4E0A-9BA9-F7F0A9A5C8B1}" type="presOf" srcId="{CFFAE4B7-17FB-46E4-9F4A-5E93A91EE50F}" destId="{FDDFA584-6644-4135-B81D-5133C30AECD5}" srcOrd="0" destOrd="0" presId="urn:microsoft.com/office/officeart/2005/8/layout/vList5"/>
    <dgm:cxn modelId="{BF6840A8-08CA-4AA1-B2FF-25FF15CF0CE7}" srcId="{31938478-2F3D-4F2F-9255-B7B14D6B6180}" destId="{3915B910-27C1-4AE8-B48E-A5770F4AD2E6}" srcOrd="2" destOrd="0" parTransId="{67840A1D-73A3-412D-A278-3792BA47BE2C}" sibTransId="{035CCC12-5E00-4ABE-8E17-D71827F6B0DD}"/>
    <dgm:cxn modelId="{95A391B1-2781-4E38-AAEC-08728AF2115C}" type="presOf" srcId="{1DC6D8CA-B99B-42B9-9F54-5348B810E5BB}" destId="{24D869E7-C666-4CD0-AA00-F97A74EA895B}" srcOrd="0" destOrd="0" presId="urn:microsoft.com/office/officeart/2005/8/layout/vList5"/>
    <dgm:cxn modelId="{5FF6E9B5-6679-4F84-B0FD-669BF4CC76B1}" srcId="{31938478-2F3D-4F2F-9255-B7B14D6B6180}" destId="{326BF07E-BCE5-4BB4-B9A3-EE6DC7AEE13D}" srcOrd="1" destOrd="0" parTransId="{7719C3C2-1769-4236-866A-C866EAAB64BA}" sibTransId="{D6C9222F-22BC-4701-B8CA-C4C0BBFE20DA}"/>
    <dgm:cxn modelId="{D6A5C6B6-2534-4385-A954-BE4A0902069C}" type="presOf" srcId="{3915B910-27C1-4AE8-B48E-A5770F4AD2E6}" destId="{328A635F-CD2F-43E3-B1F7-5807680B35B2}" srcOrd="0" destOrd="0" presId="urn:microsoft.com/office/officeart/2005/8/layout/vList5"/>
    <dgm:cxn modelId="{1E63C8BF-2CB3-442D-AB10-652530987BE7}" type="presOf" srcId="{975710B6-272E-46AB-BAA3-5512ACE491F5}" destId="{E4FF4ABB-0290-418A-A2D1-EB0873F31EAB}" srcOrd="0" destOrd="1" presId="urn:microsoft.com/office/officeart/2005/8/layout/vList5"/>
    <dgm:cxn modelId="{5D2820E9-1850-4453-A131-B9084C01D1CF}" srcId="{D29AA40C-17D4-41EA-A384-FBD09E2D1467}" destId="{CFFAE4B7-17FB-46E4-9F4A-5E93A91EE50F}" srcOrd="0" destOrd="0" parTransId="{B0BBE04E-CF1B-4EE9-B105-14CA24F43387}" sibTransId="{4195135D-60E9-443D-9E9C-275AB84307B5}"/>
    <dgm:cxn modelId="{87DA2DE9-EA02-4C14-B92F-C938CF779183}" type="presOf" srcId="{5DBA9CF9-746C-447B-A606-F2F1A61BE5C3}" destId="{E4FF4ABB-0290-418A-A2D1-EB0873F31EAB}" srcOrd="0" destOrd="0" presId="urn:microsoft.com/office/officeart/2005/8/layout/vList5"/>
    <dgm:cxn modelId="{2353F9F8-8D81-4245-8B78-7A26911ED973}" type="presOf" srcId="{D29AA40C-17D4-41EA-A384-FBD09E2D1467}" destId="{09CF906B-09C8-4343-B2BD-167572238BF5}" srcOrd="0" destOrd="0" presId="urn:microsoft.com/office/officeart/2005/8/layout/vList5"/>
    <dgm:cxn modelId="{49397AA3-080B-4AD8-8718-7BD107046DD6}" type="presParOf" srcId="{ECD16D22-5D2D-4DB7-8815-DB4D309EBC26}" destId="{4B3F2DF6-0138-487E-8A2D-288FD0194D7A}" srcOrd="0" destOrd="0" presId="urn:microsoft.com/office/officeart/2005/8/layout/vList5"/>
    <dgm:cxn modelId="{D5042388-D398-438B-8770-987BF6C33FB5}" type="presParOf" srcId="{4B3F2DF6-0138-487E-8A2D-288FD0194D7A}" destId="{09CF906B-09C8-4343-B2BD-167572238BF5}" srcOrd="0" destOrd="0" presId="urn:microsoft.com/office/officeart/2005/8/layout/vList5"/>
    <dgm:cxn modelId="{6A561D7F-BCC1-47D2-85F0-2F38D500EA41}" type="presParOf" srcId="{4B3F2DF6-0138-487E-8A2D-288FD0194D7A}" destId="{FDDFA584-6644-4135-B81D-5133C30AECD5}" srcOrd="1" destOrd="0" presId="urn:microsoft.com/office/officeart/2005/8/layout/vList5"/>
    <dgm:cxn modelId="{262D3E52-6062-4BE8-9AE2-C70376A417FC}" type="presParOf" srcId="{ECD16D22-5D2D-4DB7-8815-DB4D309EBC26}" destId="{2AF50755-3568-4BF0-8155-B04A8CDFAD60}" srcOrd="1" destOrd="0" presId="urn:microsoft.com/office/officeart/2005/8/layout/vList5"/>
    <dgm:cxn modelId="{9F90FEF3-5F9C-484E-81AB-913A2CE49635}" type="presParOf" srcId="{ECD16D22-5D2D-4DB7-8815-DB4D309EBC26}" destId="{87E18478-4579-4134-A6D0-7CA682FBB5B6}" srcOrd="2" destOrd="0" presId="urn:microsoft.com/office/officeart/2005/8/layout/vList5"/>
    <dgm:cxn modelId="{22C370C7-B6F5-4816-9E22-A32B9E9AC997}" type="presParOf" srcId="{87E18478-4579-4134-A6D0-7CA682FBB5B6}" destId="{066170AD-D90D-42B1-8439-C3761300D5A3}" srcOrd="0" destOrd="0" presId="urn:microsoft.com/office/officeart/2005/8/layout/vList5"/>
    <dgm:cxn modelId="{04D87F48-CB80-4D0D-A8C5-C396C58162DC}" type="presParOf" srcId="{87E18478-4579-4134-A6D0-7CA682FBB5B6}" destId="{24D869E7-C666-4CD0-AA00-F97A74EA895B}" srcOrd="1" destOrd="0" presId="urn:microsoft.com/office/officeart/2005/8/layout/vList5"/>
    <dgm:cxn modelId="{579DA38D-EA7F-4538-B73D-B70906ACC805}" type="presParOf" srcId="{ECD16D22-5D2D-4DB7-8815-DB4D309EBC26}" destId="{BE5474EF-C653-44CF-847C-E4B02FD97109}" srcOrd="3" destOrd="0" presId="urn:microsoft.com/office/officeart/2005/8/layout/vList5"/>
    <dgm:cxn modelId="{5B9C4743-4FC1-4C23-85A1-6436B977B276}" type="presParOf" srcId="{ECD16D22-5D2D-4DB7-8815-DB4D309EBC26}" destId="{BDC89356-74F5-4506-AC95-F788D004C794}" srcOrd="4" destOrd="0" presId="urn:microsoft.com/office/officeart/2005/8/layout/vList5"/>
    <dgm:cxn modelId="{C0D4FA38-31CD-4F1F-AA4B-62ED32E2D8C7}" type="presParOf" srcId="{BDC89356-74F5-4506-AC95-F788D004C794}" destId="{328A635F-CD2F-43E3-B1F7-5807680B35B2}" srcOrd="0" destOrd="0" presId="urn:microsoft.com/office/officeart/2005/8/layout/vList5"/>
    <dgm:cxn modelId="{03918D8E-A971-4EBA-8705-EE3712BCC407}" type="presParOf" srcId="{BDC89356-74F5-4506-AC95-F788D004C794}" destId="{E4FF4ABB-0290-418A-A2D1-EB0873F31EAB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095AAEE8-8E4F-4AC6-AE24-A74D45B7074D}" type="doc">
      <dgm:prSet loTypeId="urn:microsoft.com/office/officeart/2005/8/layout/vList2" loCatId="list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da-DK"/>
        </a:p>
      </dgm:t>
    </dgm:pt>
    <dgm:pt modelId="{9932BADB-65C1-49C8-9C05-88CA46B20DE8}">
      <dgm:prSet/>
      <dgm:spPr/>
      <dgm:t>
        <a:bodyPr/>
        <a:lstStyle/>
        <a:p>
          <a:r>
            <a:rPr lang="en-GB" dirty="0"/>
            <a:t>Now how do we get the state maximizing the likelihood?</a:t>
          </a:r>
          <a:endParaRPr lang="da-DK" dirty="0"/>
        </a:p>
      </dgm:t>
    </dgm:pt>
    <dgm:pt modelId="{2F6B952C-4090-4CFB-BB51-3AD0C80C95C3}" type="parTrans" cxnId="{A6FD49DA-805F-4A4E-B945-F5A7110AFE1D}">
      <dgm:prSet/>
      <dgm:spPr/>
      <dgm:t>
        <a:bodyPr/>
        <a:lstStyle/>
        <a:p>
          <a:endParaRPr lang="da-DK"/>
        </a:p>
      </dgm:t>
    </dgm:pt>
    <dgm:pt modelId="{C8DEA7CC-A97A-4709-AB0A-83DBB7AA292A}" type="sibTrans" cxnId="{A6FD49DA-805F-4A4E-B945-F5A7110AFE1D}">
      <dgm:prSet/>
      <dgm:spPr/>
      <dgm:t>
        <a:bodyPr/>
        <a:lstStyle/>
        <a:p>
          <a:endParaRPr lang="da-DK"/>
        </a:p>
      </dgm:t>
    </dgm:pt>
    <dgm:pt modelId="{9528F90E-6573-4B66-8844-DF81C54284BD}" type="pres">
      <dgm:prSet presAssocID="{095AAEE8-8E4F-4AC6-AE24-A74D45B7074D}" presName="linear" presStyleCnt="0">
        <dgm:presLayoutVars>
          <dgm:animLvl val="lvl"/>
          <dgm:resizeHandles val="exact"/>
        </dgm:presLayoutVars>
      </dgm:prSet>
      <dgm:spPr/>
    </dgm:pt>
    <dgm:pt modelId="{42ECBED4-12ED-494B-9510-9322C1DDD610}" type="pres">
      <dgm:prSet presAssocID="{9932BADB-65C1-49C8-9C05-88CA46B20DE8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4F669E9A-8FED-4166-88CC-11CF2E0086B2}" type="presOf" srcId="{095AAEE8-8E4F-4AC6-AE24-A74D45B7074D}" destId="{9528F90E-6573-4B66-8844-DF81C54284BD}" srcOrd="0" destOrd="0" presId="urn:microsoft.com/office/officeart/2005/8/layout/vList2"/>
    <dgm:cxn modelId="{C7978ABC-1E04-4272-9968-B07445459001}" type="presOf" srcId="{9932BADB-65C1-49C8-9C05-88CA46B20DE8}" destId="{42ECBED4-12ED-494B-9510-9322C1DDD610}" srcOrd="0" destOrd="0" presId="urn:microsoft.com/office/officeart/2005/8/layout/vList2"/>
    <dgm:cxn modelId="{A6FD49DA-805F-4A4E-B945-F5A7110AFE1D}" srcId="{095AAEE8-8E4F-4AC6-AE24-A74D45B7074D}" destId="{9932BADB-65C1-49C8-9C05-88CA46B20DE8}" srcOrd="0" destOrd="0" parTransId="{2F6B952C-4090-4CFB-BB51-3AD0C80C95C3}" sibTransId="{C8DEA7CC-A97A-4709-AB0A-83DBB7AA292A}"/>
    <dgm:cxn modelId="{22308A7D-F3AC-450F-B656-5F61AF14254A}" type="presParOf" srcId="{9528F90E-6573-4B66-8844-DF81C54284BD}" destId="{42ECBED4-12ED-494B-9510-9322C1DDD610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B2C94EC3-DFF5-47CE-8F00-4127EAC00BE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a-DK"/>
        </a:p>
      </dgm:t>
    </dgm:pt>
    <dgm:pt modelId="{58FF2E00-51DF-4A65-A36F-A55FEEAF5F3B}">
      <dgm:prSet custT="1"/>
      <dgm:spPr/>
      <dgm:t>
        <a:bodyPr/>
        <a:lstStyle/>
        <a:p>
          <a:r>
            <a:rPr lang="da-DK" sz="2800" dirty="0" err="1"/>
            <a:t>Why</a:t>
          </a:r>
          <a:r>
            <a:rPr lang="da-DK" sz="2800" dirty="0"/>
            <a:t> </a:t>
          </a:r>
          <a:r>
            <a:rPr lang="da-DK" sz="2800" dirty="0" err="1"/>
            <a:t>this</a:t>
          </a:r>
          <a:r>
            <a:rPr lang="da-DK" sz="2800" dirty="0"/>
            <a:t> </a:t>
          </a:r>
          <a:r>
            <a:rPr lang="da-DK" sz="2800" dirty="0" err="1"/>
            <a:t>works</a:t>
          </a:r>
          <a:r>
            <a:rPr lang="da-DK" sz="2800" dirty="0"/>
            <a:t>:</a:t>
          </a:r>
        </a:p>
      </dgm:t>
    </dgm:pt>
    <dgm:pt modelId="{70CD158E-278E-4C05-BAD5-1897A7402242}" type="parTrans" cxnId="{77763A04-6982-4270-9321-AC31881066D6}">
      <dgm:prSet/>
      <dgm:spPr/>
      <dgm:t>
        <a:bodyPr/>
        <a:lstStyle/>
        <a:p>
          <a:endParaRPr lang="da-DK"/>
        </a:p>
      </dgm:t>
    </dgm:pt>
    <dgm:pt modelId="{5D4F8F78-5B98-4BA1-B4B6-8237E238EB8D}" type="sibTrans" cxnId="{77763A04-6982-4270-9321-AC31881066D6}">
      <dgm:prSet/>
      <dgm:spPr/>
      <dgm:t>
        <a:bodyPr/>
        <a:lstStyle/>
        <a:p>
          <a:endParaRPr lang="da-DK"/>
        </a:p>
      </dgm:t>
    </dgm:pt>
    <mc:AlternateContent xmlns:mc="http://schemas.openxmlformats.org/markup-compatibility/2006" xmlns:a14="http://schemas.microsoft.com/office/drawing/2010/main">
      <mc:Choice Requires="a14">
        <dgm:pt modelId="{8D66EAFC-3B95-49A6-A7A1-5B6CD6C44B3C}">
          <dgm:prSet/>
          <dgm:spPr/>
          <dgm:t>
            <a:bodyPr/>
            <a:lstStyle/>
            <a:p>
              <a:pPr/>
              <a:r>
                <a:rPr lang="da-DK" dirty="0"/>
                <a:t>At the </a:t>
              </a:r>
              <a:r>
                <a:rPr lang="da-DK" dirty="0" err="1"/>
                <a:t>maximum</a:t>
              </a:r>
              <a:r>
                <a:rPr lang="da-DK" dirty="0"/>
                <a:t> of the </a:t>
              </a:r>
              <a:r>
                <a:rPr lang="da-DK" dirty="0" err="1"/>
                <a:t>Likelyhood</a:t>
              </a:r>
              <a:r>
                <a:rPr lang="da-DK" dirty="0"/>
                <a:t>:</a:t>
              </a:r>
              <a:br>
                <a:rPr lang="en-GB" dirty="0">
                  <a:latin typeface="Cambria Math" panose="02040503050406030204" pitchFamily="18" charset="0"/>
                </a:rPr>
              </a:br>
              <a14:m>
                <m:oMathPara xmlns:m="http://schemas.openxmlformats.org/officeDocument/2006/math">
                  <m:oMath>
                    <m:acc>
                      <m:accPr>
                        <m:chr m:val="̂"/>
                        <m:ctrlPr>
                          <a:rPr lang="da-DK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a-DK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acc>
                    <m:d>
                      <m:d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da-DK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da-DK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</m:acc>
                          </m:e>
                          <m:sub>
                            <m:r>
                              <a:rPr lang="da-DK">
                                <a:latin typeface="Cambria Math" panose="02040503050406030204" pitchFamily="18" charset="0"/>
                              </a:rPr>
                              <m:t>𝑀𝐿</m:t>
                            </m:r>
                          </m:sub>
                        </m:sSub>
                      </m:e>
                    </m:d>
                    <m:r>
                      <a:rPr lang="da-DK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da-DK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a-DK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</m:acc>
                      </m:e>
                      <m:sub>
                        <m:r>
                          <a:rPr lang="da-DK">
                            <a:latin typeface="Cambria Math" panose="02040503050406030204" pitchFamily="18" charset="0"/>
                          </a:rPr>
                          <m:t>𝑀𝐿</m:t>
                        </m:r>
                      </m:sub>
                    </m:sSub>
                    <m:r>
                      <a:rPr lang="da-DK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da-DK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a-DK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</m:acc>
                      </m:e>
                      <m:sub>
                        <m:r>
                          <a:rPr lang="da-DK">
                            <a:latin typeface="Cambria Math" panose="02040503050406030204" pitchFamily="18" charset="0"/>
                          </a:rPr>
                          <m:t>𝑀𝐿</m:t>
                        </m:r>
                      </m:sub>
                    </m:sSub>
                  </m:oMath>
                </m:oMathPara>
              </a14:m>
              <a:endParaRPr lang="da-DK" dirty="0"/>
            </a:p>
          </dgm:t>
        </dgm:pt>
      </mc:Choice>
      <mc:Fallback xmlns="">
        <dgm:pt modelId="{8D66EAFC-3B95-49A6-A7A1-5B6CD6C44B3C}">
          <dgm:prSet/>
          <dgm:spPr/>
          <dgm:t>
            <a:bodyPr/>
            <a:lstStyle/>
            <a:p>
              <a:pPr/>
              <a:r>
                <a:rPr lang="da-DK" dirty="0"/>
                <a:t>At the </a:t>
              </a:r>
              <a:r>
                <a:rPr lang="da-DK" dirty="0" err="1"/>
                <a:t>maximum</a:t>
              </a:r>
              <a:r>
                <a:rPr lang="da-DK" dirty="0"/>
                <a:t> of the </a:t>
              </a:r>
              <a:r>
                <a:rPr lang="da-DK" dirty="0" err="1"/>
                <a:t>Likelyhood</a:t>
              </a:r>
              <a:r>
                <a:rPr lang="da-DK" dirty="0"/>
                <a:t>:</a:t>
              </a:r>
              <a:br>
                <a:rPr lang="en-GB" dirty="0">
                  <a:latin typeface="Cambria Math" panose="02040503050406030204" pitchFamily="18" charset="0"/>
                </a:rPr>
              </a:br>
              <a:r>
                <a:rPr lang="da-DK" i="0">
                  <a:latin typeface="Cambria Math" panose="02040503050406030204" pitchFamily="18" charset="0"/>
                </a:rPr>
                <a:t>𝑅 ̂(𝜌 ̂_𝑀𝐿 )  𝜌 ̂_𝑀𝐿=𝜌 ̂_𝑀𝐿</a:t>
              </a:r>
              <a:endParaRPr lang="da-DK" dirty="0"/>
            </a:p>
          </dgm:t>
        </dgm:pt>
      </mc:Fallback>
    </mc:AlternateContent>
    <dgm:pt modelId="{132AEFEA-9133-4EF4-AA2B-9CF843AE99F5}" type="parTrans" cxnId="{AAE97BB4-983D-428E-82DB-924496721059}">
      <dgm:prSet/>
      <dgm:spPr/>
      <dgm:t>
        <a:bodyPr/>
        <a:lstStyle/>
        <a:p>
          <a:endParaRPr lang="da-DK"/>
        </a:p>
      </dgm:t>
    </dgm:pt>
    <dgm:pt modelId="{5B93AB9C-C1AD-46A3-A75E-2799E6348653}" type="sibTrans" cxnId="{AAE97BB4-983D-428E-82DB-924496721059}">
      <dgm:prSet/>
      <dgm:spPr/>
      <dgm:t>
        <a:bodyPr/>
        <a:lstStyle/>
        <a:p>
          <a:endParaRPr lang="da-DK"/>
        </a:p>
      </dgm:t>
    </dgm:pt>
    <dgm:pt modelId="{62356D58-2F4D-4CE1-BFB7-F0C28418556D}">
      <dgm:prSet/>
      <dgm:spPr/>
      <dgm:t>
        <a:bodyPr/>
        <a:lstStyle/>
        <a:p>
          <a:r>
            <a:rPr lang="da-DK" dirty="0"/>
            <a:t>The </a:t>
          </a:r>
          <a:r>
            <a:rPr lang="da-DK" dirty="0" err="1"/>
            <a:t>algorithm</a:t>
          </a:r>
          <a:r>
            <a:rPr lang="da-DK" dirty="0"/>
            <a:t> </a:t>
          </a:r>
          <a:r>
            <a:rPr lang="da-DK" dirty="0" err="1"/>
            <a:t>searches</a:t>
          </a:r>
          <a:r>
            <a:rPr lang="da-DK" dirty="0"/>
            <a:t> for </a:t>
          </a:r>
          <a:r>
            <a:rPr lang="da-DK" dirty="0" err="1"/>
            <a:t>this</a:t>
          </a:r>
          <a:r>
            <a:rPr lang="da-DK" dirty="0"/>
            <a:t> </a:t>
          </a:r>
          <a:r>
            <a:rPr lang="da-DK" dirty="0" err="1"/>
            <a:t>fixed</a:t>
          </a:r>
          <a:r>
            <a:rPr lang="da-DK" dirty="0"/>
            <a:t> point.</a:t>
          </a:r>
          <a:br>
            <a:rPr lang="da-DK" dirty="0"/>
          </a:br>
          <a:r>
            <a:rPr lang="da-DK" dirty="0" err="1"/>
            <a:t>Convergence</a:t>
          </a:r>
          <a:r>
            <a:rPr lang="da-DK" dirty="0"/>
            <a:t> to the global </a:t>
          </a:r>
          <a:r>
            <a:rPr lang="da-DK" dirty="0" err="1"/>
            <a:t>maximum</a:t>
          </a:r>
          <a:r>
            <a:rPr lang="da-DK" dirty="0"/>
            <a:t> is not </a:t>
          </a:r>
          <a:r>
            <a:rPr lang="da-DK" dirty="0" err="1"/>
            <a:t>guaranteed</a:t>
          </a:r>
          <a:r>
            <a:rPr lang="da-DK" dirty="0"/>
            <a:t>.</a:t>
          </a:r>
        </a:p>
      </dgm:t>
    </dgm:pt>
    <dgm:pt modelId="{95A7AE81-E2F9-4E62-A2FB-A06873A95D18}" type="parTrans" cxnId="{7F054D4C-613A-4BD5-88B0-581399937077}">
      <dgm:prSet/>
      <dgm:spPr/>
      <dgm:t>
        <a:bodyPr/>
        <a:lstStyle/>
        <a:p>
          <a:endParaRPr lang="da-DK"/>
        </a:p>
      </dgm:t>
    </dgm:pt>
    <dgm:pt modelId="{2F8B1B22-A2AC-4373-BBD3-A5DF3ED43A2B}" type="sibTrans" cxnId="{7F054D4C-613A-4BD5-88B0-581399937077}">
      <dgm:prSet/>
      <dgm:spPr/>
      <dgm:t>
        <a:bodyPr/>
        <a:lstStyle/>
        <a:p>
          <a:endParaRPr lang="da-DK"/>
        </a:p>
      </dgm:t>
    </dgm:pt>
    <dgm:pt modelId="{75464D96-6EA9-45C6-855F-7DF443EB876B}" type="pres">
      <dgm:prSet presAssocID="{B2C94EC3-DFF5-47CE-8F00-4127EAC00BEA}" presName="linear" presStyleCnt="0">
        <dgm:presLayoutVars>
          <dgm:animLvl val="lvl"/>
          <dgm:resizeHandles val="exact"/>
        </dgm:presLayoutVars>
      </dgm:prSet>
      <dgm:spPr/>
    </dgm:pt>
    <dgm:pt modelId="{FB184BD4-4D22-422E-B23A-AC633072F452}" type="pres">
      <dgm:prSet presAssocID="{58FF2E00-51DF-4A65-A36F-A55FEEAF5F3B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E1DA5D73-F3F3-44B8-B889-20FA5013C289}" type="pres">
      <dgm:prSet presAssocID="{58FF2E00-51DF-4A65-A36F-A55FEEAF5F3B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77763A04-6982-4270-9321-AC31881066D6}" srcId="{B2C94EC3-DFF5-47CE-8F00-4127EAC00BEA}" destId="{58FF2E00-51DF-4A65-A36F-A55FEEAF5F3B}" srcOrd="0" destOrd="0" parTransId="{70CD158E-278E-4C05-BAD5-1897A7402242}" sibTransId="{5D4F8F78-5B98-4BA1-B4B6-8237E238EB8D}"/>
    <dgm:cxn modelId="{49834C3D-7199-48FC-8640-C18C1884AD28}" type="presOf" srcId="{B2C94EC3-DFF5-47CE-8F00-4127EAC00BEA}" destId="{75464D96-6EA9-45C6-855F-7DF443EB876B}" srcOrd="0" destOrd="0" presId="urn:microsoft.com/office/officeart/2005/8/layout/vList2"/>
    <dgm:cxn modelId="{CCE3D042-77E2-4406-8440-B24FC87F2AC5}" type="presOf" srcId="{58FF2E00-51DF-4A65-A36F-A55FEEAF5F3B}" destId="{FB184BD4-4D22-422E-B23A-AC633072F452}" srcOrd="0" destOrd="0" presId="urn:microsoft.com/office/officeart/2005/8/layout/vList2"/>
    <dgm:cxn modelId="{7F054D4C-613A-4BD5-88B0-581399937077}" srcId="{58FF2E00-51DF-4A65-A36F-A55FEEAF5F3B}" destId="{62356D58-2F4D-4CE1-BFB7-F0C28418556D}" srcOrd="1" destOrd="0" parTransId="{95A7AE81-E2F9-4E62-A2FB-A06873A95D18}" sibTransId="{2F8B1B22-A2AC-4373-BBD3-A5DF3ED43A2B}"/>
    <dgm:cxn modelId="{4B34E090-1D2D-4E86-AAFF-F86CFEA4BBDB}" type="presOf" srcId="{62356D58-2F4D-4CE1-BFB7-F0C28418556D}" destId="{E1DA5D73-F3F3-44B8-B889-20FA5013C289}" srcOrd="0" destOrd="1" presId="urn:microsoft.com/office/officeart/2005/8/layout/vList2"/>
    <dgm:cxn modelId="{AAE97BB4-983D-428E-82DB-924496721059}" srcId="{58FF2E00-51DF-4A65-A36F-A55FEEAF5F3B}" destId="{8D66EAFC-3B95-49A6-A7A1-5B6CD6C44B3C}" srcOrd="0" destOrd="0" parTransId="{132AEFEA-9133-4EF4-AA2B-9CF843AE99F5}" sibTransId="{5B93AB9C-C1AD-46A3-A75E-2799E6348653}"/>
    <dgm:cxn modelId="{E5985ED0-3F88-4572-B82F-D1DD6FBB6A11}" type="presOf" srcId="{8D66EAFC-3B95-49A6-A7A1-5B6CD6C44B3C}" destId="{E1DA5D73-F3F3-44B8-B889-20FA5013C289}" srcOrd="0" destOrd="0" presId="urn:microsoft.com/office/officeart/2005/8/layout/vList2"/>
    <dgm:cxn modelId="{A805624F-4FEA-4176-BBF0-3FE88AF516DD}" type="presParOf" srcId="{75464D96-6EA9-45C6-855F-7DF443EB876B}" destId="{FB184BD4-4D22-422E-B23A-AC633072F452}" srcOrd="0" destOrd="0" presId="urn:microsoft.com/office/officeart/2005/8/layout/vList2"/>
    <dgm:cxn modelId="{E33DBC13-CE28-4F18-A7EF-541EE7A772E0}" type="presParOf" srcId="{75464D96-6EA9-45C6-855F-7DF443EB876B}" destId="{E1DA5D73-F3F3-44B8-B889-20FA5013C289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B2C94EC3-DFF5-47CE-8F00-4127EAC00BE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a-DK"/>
        </a:p>
      </dgm:t>
    </dgm:pt>
    <dgm:pt modelId="{58FF2E00-51DF-4A65-A36F-A55FEEAF5F3B}">
      <dgm:prSet custT="1"/>
      <dgm:spPr/>
      <dgm:t>
        <a:bodyPr/>
        <a:lstStyle/>
        <a:p>
          <a:r>
            <a:rPr lang="da-DK" sz="2800" dirty="0" err="1"/>
            <a:t>Why</a:t>
          </a:r>
          <a:r>
            <a:rPr lang="da-DK" sz="2800" dirty="0"/>
            <a:t> </a:t>
          </a:r>
          <a:r>
            <a:rPr lang="da-DK" sz="2800" dirty="0" err="1"/>
            <a:t>this</a:t>
          </a:r>
          <a:r>
            <a:rPr lang="da-DK" sz="2800" dirty="0"/>
            <a:t> </a:t>
          </a:r>
          <a:r>
            <a:rPr lang="da-DK" sz="2800" dirty="0" err="1"/>
            <a:t>works</a:t>
          </a:r>
          <a:r>
            <a:rPr lang="da-DK" sz="2800" dirty="0"/>
            <a:t>:</a:t>
          </a:r>
        </a:p>
      </dgm:t>
    </dgm:pt>
    <dgm:pt modelId="{70CD158E-278E-4C05-BAD5-1897A7402242}" type="parTrans" cxnId="{77763A04-6982-4270-9321-AC31881066D6}">
      <dgm:prSet/>
      <dgm:spPr/>
      <dgm:t>
        <a:bodyPr/>
        <a:lstStyle/>
        <a:p>
          <a:endParaRPr lang="da-DK"/>
        </a:p>
      </dgm:t>
    </dgm:pt>
    <dgm:pt modelId="{5D4F8F78-5B98-4BA1-B4B6-8237E238EB8D}" type="sibTrans" cxnId="{77763A04-6982-4270-9321-AC31881066D6}">
      <dgm:prSet/>
      <dgm:spPr/>
      <dgm:t>
        <a:bodyPr/>
        <a:lstStyle/>
        <a:p>
          <a:endParaRPr lang="da-DK"/>
        </a:p>
      </dgm:t>
    </dgm:pt>
    <dgm:pt modelId="{8D66EAFC-3B95-49A6-A7A1-5B6CD6C44B3C}">
      <dgm:prSet/>
      <dgm:spPr>
        <a:blipFill>
          <a:blip xmlns:r="http://schemas.openxmlformats.org/officeDocument/2006/relationships" r:embed="rId1"/>
          <a:stretch>
            <a:fillRect t="-5677" b="-8734"/>
          </a:stretch>
        </a:blipFill>
      </dgm:spPr>
      <dgm:t>
        <a:bodyPr/>
        <a:lstStyle/>
        <a:p>
          <a:r>
            <a:rPr lang="da-DK">
              <a:noFill/>
            </a:rPr>
            <a:t> </a:t>
          </a:r>
        </a:p>
      </dgm:t>
    </dgm:pt>
    <dgm:pt modelId="{132AEFEA-9133-4EF4-AA2B-9CF843AE99F5}" type="parTrans" cxnId="{AAE97BB4-983D-428E-82DB-924496721059}">
      <dgm:prSet/>
      <dgm:spPr/>
      <dgm:t>
        <a:bodyPr/>
        <a:lstStyle/>
        <a:p>
          <a:endParaRPr lang="da-DK"/>
        </a:p>
      </dgm:t>
    </dgm:pt>
    <dgm:pt modelId="{5B93AB9C-C1AD-46A3-A75E-2799E6348653}" type="sibTrans" cxnId="{AAE97BB4-983D-428E-82DB-924496721059}">
      <dgm:prSet/>
      <dgm:spPr/>
      <dgm:t>
        <a:bodyPr/>
        <a:lstStyle/>
        <a:p>
          <a:endParaRPr lang="da-DK"/>
        </a:p>
      </dgm:t>
    </dgm:pt>
    <dgm:pt modelId="{62356D58-2F4D-4CE1-BFB7-F0C28418556D}">
      <dgm:prSet/>
      <dgm:spPr/>
      <dgm:t>
        <a:bodyPr/>
        <a:lstStyle/>
        <a:p>
          <a:r>
            <a:rPr lang="da-DK">
              <a:noFill/>
            </a:rPr>
            <a:t> </a:t>
          </a:r>
        </a:p>
      </dgm:t>
    </dgm:pt>
    <dgm:pt modelId="{95A7AE81-E2F9-4E62-A2FB-A06873A95D18}" type="parTrans" cxnId="{7F054D4C-613A-4BD5-88B0-581399937077}">
      <dgm:prSet/>
      <dgm:spPr/>
      <dgm:t>
        <a:bodyPr/>
        <a:lstStyle/>
        <a:p>
          <a:endParaRPr lang="da-DK"/>
        </a:p>
      </dgm:t>
    </dgm:pt>
    <dgm:pt modelId="{2F8B1B22-A2AC-4373-BBD3-A5DF3ED43A2B}" type="sibTrans" cxnId="{7F054D4C-613A-4BD5-88B0-581399937077}">
      <dgm:prSet/>
      <dgm:spPr/>
      <dgm:t>
        <a:bodyPr/>
        <a:lstStyle/>
        <a:p>
          <a:endParaRPr lang="da-DK"/>
        </a:p>
      </dgm:t>
    </dgm:pt>
    <dgm:pt modelId="{75464D96-6EA9-45C6-855F-7DF443EB876B}" type="pres">
      <dgm:prSet presAssocID="{B2C94EC3-DFF5-47CE-8F00-4127EAC00BEA}" presName="linear" presStyleCnt="0">
        <dgm:presLayoutVars>
          <dgm:animLvl val="lvl"/>
          <dgm:resizeHandles val="exact"/>
        </dgm:presLayoutVars>
      </dgm:prSet>
      <dgm:spPr/>
    </dgm:pt>
    <dgm:pt modelId="{FB184BD4-4D22-422E-B23A-AC633072F452}" type="pres">
      <dgm:prSet presAssocID="{58FF2E00-51DF-4A65-A36F-A55FEEAF5F3B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E1DA5D73-F3F3-44B8-B889-20FA5013C289}" type="pres">
      <dgm:prSet presAssocID="{58FF2E00-51DF-4A65-A36F-A55FEEAF5F3B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77763A04-6982-4270-9321-AC31881066D6}" srcId="{B2C94EC3-DFF5-47CE-8F00-4127EAC00BEA}" destId="{58FF2E00-51DF-4A65-A36F-A55FEEAF5F3B}" srcOrd="0" destOrd="0" parTransId="{70CD158E-278E-4C05-BAD5-1897A7402242}" sibTransId="{5D4F8F78-5B98-4BA1-B4B6-8237E238EB8D}"/>
    <dgm:cxn modelId="{49834C3D-7199-48FC-8640-C18C1884AD28}" type="presOf" srcId="{B2C94EC3-DFF5-47CE-8F00-4127EAC00BEA}" destId="{75464D96-6EA9-45C6-855F-7DF443EB876B}" srcOrd="0" destOrd="0" presId="urn:microsoft.com/office/officeart/2005/8/layout/vList2"/>
    <dgm:cxn modelId="{CCE3D042-77E2-4406-8440-B24FC87F2AC5}" type="presOf" srcId="{58FF2E00-51DF-4A65-A36F-A55FEEAF5F3B}" destId="{FB184BD4-4D22-422E-B23A-AC633072F452}" srcOrd="0" destOrd="0" presId="urn:microsoft.com/office/officeart/2005/8/layout/vList2"/>
    <dgm:cxn modelId="{7F054D4C-613A-4BD5-88B0-581399937077}" srcId="{58FF2E00-51DF-4A65-A36F-A55FEEAF5F3B}" destId="{62356D58-2F4D-4CE1-BFB7-F0C28418556D}" srcOrd="1" destOrd="0" parTransId="{95A7AE81-E2F9-4E62-A2FB-A06873A95D18}" sibTransId="{2F8B1B22-A2AC-4373-BBD3-A5DF3ED43A2B}"/>
    <dgm:cxn modelId="{4B34E090-1D2D-4E86-AAFF-F86CFEA4BBDB}" type="presOf" srcId="{62356D58-2F4D-4CE1-BFB7-F0C28418556D}" destId="{E1DA5D73-F3F3-44B8-B889-20FA5013C289}" srcOrd="0" destOrd="1" presId="urn:microsoft.com/office/officeart/2005/8/layout/vList2"/>
    <dgm:cxn modelId="{AAE97BB4-983D-428E-82DB-924496721059}" srcId="{58FF2E00-51DF-4A65-A36F-A55FEEAF5F3B}" destId="{8D66EAFC-3B95-49A6-A7A1-5B6CD6C44B3C}" srcOrd="0" destOrd="0" parTransId="{132AEFEA-9133-4EF4-AA2B-9CF843AE99F5}" sibTransId="{5B93AB9C-C1AD-46A3-A75E-2799E6348653}"/>
    <dgm:cxn modelId="{E5985ED0-3F88-4572-B82F-D1DD6FBB6A11}" type="presOf" srcId="{8D66EAFC-3B95-49A6-A7A1-5B6CD6C44B3C}" destId="{E1DA5D73-F3F3-44B8-B889-20FA5013C289}" srcOrd="0" destOrd="0" presId="urn:microsoft.com/office/officeart/2005/8/layout/vList2"/>
    <dgm:cxn modelId="{A805624F-4FEA-4176-BBF0-3FE88AF516DD}" type="presParOf" srcId="{75464D96-6EA9-45C6-855F-7DF443EB876B}" destId="{FB184BD4-4D22-422E-B23A-AC633072F452}" srcOrd="0" destOrd="0" presId="urn:microsoft.com/office/officeart/2005/8/layout/vList2"/>
    <dgm:cxn modelId="{E33DBC13-CE28-4F18-A7EF-541EE7A772E0}" type="presParOf" srcId="{75464D96-6EA9-45C6-855F-7DF443EB876B}" destId="{E1DA5D73-F3F3-44B8-B889-20FA5013C289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57DF410D-FCD5-4D4C-8B05-1B9CCFCC192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a-DK"/>
        </a:p>
      </dgm:t>
    </dgm:pt>
    <dgm:pt modelId="{498DE499-B771-427C-8D2C-CC18DA824932}">
      <dgm:prSet/>
      <dgm:spPr/>
      <dgm:t>
        <a:bodyPr/>
        <a:lstStyle/>
        <a:p>
          <a:r>
            <a:rPr lang="en-GB" b="1" dirty="0"/>
            <a:t>Input</a:t>
          </a:r>
          <a:r>
            <a:rPr lang="en-GB" dirty="0"/>
            <a:t>:</a:t>
          </a:r>
          <a:endParaRPr lang="da-DK" dirty="0"/>
        </a:p>
      </dgm:t>
    </dgm:pt>
    <dgm:pt modelId="{12E0DC9A-C717-47F0-A3B7-281739AB96BB}" type="parTrans" cxnId="{09EA28CF-7A76-400E-A4BC-2D38290C9038}">
      <dgm:prSet/>
      <dgm:spPr/>
      <dgm:t>
        <a:bodyPr/>
        <a:lstStyle/>
        <a:p>
          <a:endParaRPr lang="da-DK"/>
        </a:p>
      </dgm:t>
    </dgm:pt>
    <dgm:pt modelId="{3F9E6E54-E79B-4C88-AEB1-A2F3466B43DB}" type="sibTrans" cxnId="{09EA28CF-7A76-400E-A4BC-2D38290C9038}">
      <dgm:prSet/>
      <dgm:spPr/>
      <dgm:t>
        <a:bodyPr/>
        <a:lstStyle/>
        <a:p>
          <a:endParaRPr lang="da-DK"/>
        </a:p>
      </dgm:t>
    </dgm:pt>
    <mc:AlternateContent xmlns:mc="http://schemas.openxmlformats.org/markup-compatibility/2006" xmlns:a14="http://schemas.microsoft.com/office/drawing/2010/main">
      <mc:Choice Requires="a14">
        <dgm:pt modelId="{CC2F8632-0EE3-45A7-8267-18B9B04C9F4E}">
          <dgm:prSet custT="1"/>
          <dgm:spPr/>
          <dgm:t>
            <a:bodyPr/>
            <a:lstStyle/>
            <a:p>
              <a:pPr>
                <a:buFont typeface="+mj-lt"/>
                <a:buAutoNum type="arabicPeriod"/>
              </a:pPr>
              <a:r>
                <a:rPr lang="en-GB" sz="1800" dirty="0"/>
                <a:t>Range vector </a:t>
              </a:r>
              <a14:m>
                <m:oMath xmlns:m="http://schemas.openxmlformats.org/officeDocument/2006/math">
                  <m:sSubSup>
                    <m:sSubSupPr>
                      <m:ctrlPr>
                        <a:rPr lang="da-DK" sz="1800" b="0" i="1">
                          <a:latin typeface="Cambria Math" panose="02040503050406030204" pitchFamily="18" charset="0"/>
                        </a:rPr>
                      </m:ctrlPr>
                    </m:sSubSupPr>
                    <m:e>
                      <m:d>
                        <m:dPr>
                          <m:begChr m:val="{"/>
                          <m:endChr m:val="}"/>
                          <m:ctrlPr>
                            <a:rPr lang="da-DK" sz="18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1800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e>
                    <m:sub>
                      <m:sSub>
                        <m:sSubPr>
                          <m:ctrlPr>
                            <a:rPr lang="da-DK" sz="18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18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da-DK" sz="1800" b="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da-DK" sz="1800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a-DK" sz="1800" b="0" i="1"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</m:sub>
                    <m:sup>
                      <m:sSub>
                        <m:sSubPr>
                          <m:ctrlPr>
                            <a:rPr lang="da-DK" sz="18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1800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a-DK" sz="1800" b="0" i="1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</m:sup>
                  </m:sSubSup>
                </m:oMath>
              </a14:m>
              <a:endParaRPr lang="da-DK" sz="1800" dirty="0"/>
            </a:p>
          </dgm:t>
        </dgm:pt>
      </mc:Choice>
      <mc:Fallback xmlns="">
        <dgm:pt modelId="{CC2F8632-0EE3-45A7-8267-18B9B04C9F4E}">
          <dgm:prSet custT="1"/>
          <dgm:spPr/>
          <dgm:t>
            <a:bodyPr/>
            <a:lstStyle/>
            <a:p>
              <a:pPr>
                <a:buFont typeface="+mj-lt"/>
                <a:buAutoNum type="arabicPeriod"/>
              </a:pPr>
              <a:r>
                <a:rPr lang="en-GB" sz="1800" dirty="0"/>
                <a:t>Range vector </a:t>
              </a:r>
              <a:r>
                <a:rPr lang="da-DK" sz="1800" b="0" i="0">
                  <a:latin typeface="Cambria Math" panose="02040503050406030204" pitchFamily="18" charset="0"/>
                </a:rPr>
                <a:t>{𝑥}_(〖𝑥=𝑥〗_𝑚𝑖𝑛)^(𝑥_𝑚𝑎𝑥 )</a:t>
              </a:r>
              <a:endParaRPr lang="da-DK" sz="1800" dirty="0"/>
            </a:p>
          </dgm:t>
        </dgm:pt>
      </mc:Fallback>
    </mc:AlternateContent>
    <dgm:pt modelId="{D115F400-7A76-4A95-9E15-EA19E7EE0432}" type="parTrans" cxnId="{341FD13C-7AE7-4533-9337-28C82E47777B}">
      <dgm:prSet/>
      <dgm:spPr/>
      <dgm:t>
        <a:bodyPr/>
        <a:lstStyle/>
        <a:p>
          <a:endParaRPr lang="da-DK"/>
        </a:p>
      </dgm:t>
    </dgm:pt>
    <dgm:pt modelId="{FB316056-1294-49AD-8256-5DABDD19C692}" type="sibTrans" cxnId="{341FD13C-7AE7-4533-9337-28C82E47777B}">
      <dgm:prSet/>
      <dgm:spPr/>
      <dgm:t>
        <a:bodyPr/>
        <a:lstStyle/>
        <a:p>
          <a:endParaRPr lang="da-DK"/>
        </a:p>
      </dgm:t>
    </dgm:pt>
    <mc:AlternateContent xmlns:mc="http://schemas.openxmlformats.org/markup-compatibility/2006" xmlns:a14="http://schemas.microsoft.com/office/drawing/2010/main">
      <mc:Choice Requires="a14">
        <dgm:pt modelId="{9D56C200-E3A5-4929-B8A0-EA66A39D3A99}">
          <dgm:prSet custT="1"/>
          <dgm:spPr/>
          <dgm:t>
            <a:bodyPr/>
            <a:lstStyle/>
            <a:p>
              <a:pPr>
                <a:buFont typeface="+mj-lt"/>
                <a:buAutoNum type="arabicPeriod"/>
              </a:pPr>
              <a:r>
                <a:rPr lang="en-GB" sz="1800" dirty="0"/>
                <a:t>Homodyne samples: select angles </a:t>
              </a:r>
              <a14:m>
                <m:oMath xmlns:m="http://schemas.openxmlformats.org/officeDocument/2006/math">
                  <m:sSubSup>
                    <m:sSubSupPr>
                      <m:ctrlPr>
                        <a:rPr lang="da-DK" sz="1800" i="1">
                          <a:latin typeface="Cambria Math" panose="02040503050406030204" pitchFamily="18" charset="0"/>
                        </a:rPr>
                      </m:ctrlPr>
                    </m:sSubSupPr>
                    <m:e>
                      <m:d>
                        <m:dPr>
                          <m:begChr m:val="{"/>
                          <m:endChr m:val="}"/>
                          <m:ctrlPr>
                            <a:rPr lang="da-DK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a-DK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18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da-DK" sz="1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e>
                      </m:d>
                    </m:e>
                    <m:sub>
                      <m:r>
                        <a:rPr lang="da-DK" sz="18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da-DK" sz="1800" b="0" i="1">
                          <a:latin typeface="Cambria Math" panose="02040503050406030204" pitchFamily="18" charset="0"/>
                        </a:rPr>
                        <m:t>=1</m:t>
                      </m:r>
                    </m:sub>
                    <m:sup>
                      <m:sSub>
                        <m:sSubPr>
                          <m:ctrlPr>
                            <a:rPr lang="da-DK" sz="18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1800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da-DK" sz="1800" b="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sup>
                  </m:sSubSup>
                </m:oMath>
              </a14:m>
              <a:r>
                <a:rPr lang="en-GB" sz="1800" dirty="0"/>
                <a:t> and samples per angle </a:t>
              </a:r>
              <a14:m>
                <m:oMath xmlns:m="http://schemas.openxmlformats.org/officeDocument/2006/math">
                  <m:sSub>
                    <m:sSubPr>
                      <m:ctrlPr>
                        <a:rPr lang="da-DK" sz="1800" b="0"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da-DK" sz="1800" b="0" i="1">
                          <a:latin typeface="Cambria Math" panose="02040503050406030204" pitchFamily="18" charset="0"/>
                        </a:rPr>
                        <m:t>𝑛</m:t>
                      </m:r>
                    </m:e>
                    <m:sub>
                      <m:r>
                        <a:rPr lang="da-DK" sz="1800" b="0" i="1">
                          <a:latin typeface="Cambria Math" panose="02040503050406030204" pitchFamily="18" charset="0"/>
                        </a:rPr>
                        <m:t>𝜃</m:t>
                      </m:r>
                    </m:sub>
                  </m:sSub>
                </m:oMath>
              </a14:m>
              <a:endParaRPr lang="da-DK" sz="1800" dirty="0"/>
            </a:p>
          </dgm:t>
        </dgm:pt>
      </mc:Choice>
      <mc:Fallback xmlns="">
        <dgm:pt modelId="{9D56C200-E3A5-4929-B8A0-EA66A39D3A99}">
          <dgm:prSet custT="1"/>
          <dgm:spPr/>
          <dgm:t>
            <a:bodyPr/>
            <a:lstStyle/>
            <a:p>
              <a:pPr>
                <a:buFont typeface="+mj-lt"/>
                <a:buAutoNum type="arabicPeriod"/>
              </a:pPr>
              <a:r>
                <a:rPr lang="en-GB" sz="1800" dirty="0"/>
                <a:t>Homodyne samples: select angles </a:t>
              </a:r>
              <a:r>
                <a:rPr lang="da-DK" sz="1800" i="0">
                  <a:latin typeface="Cambria Math" panose="02040503050406030204" pitchFamily="18" charset="0"/>
                </a:rPr>
                <a:t>{𝜃_𝑎 }_(𝑎</a:t>
              </a:r>
              <a:r>
                <a:rPr lang="da-DK" sz="1800" b="0" i="0">
                  <a:latin typeface="Cambria Math" panose="02040503050406030204" pitchFamily="18" charset="0"/>
                </a:rPr>
                <a:t>=1)^(𝑛_𝑎 )</a:t>
              </a:r>
              <a:r>
                <a:rPr lang="en-GB" sz="1800" dirty="0"/>
                <a:t> and samples per angle </a:t>
              </a:r>
              <a:r>
                <a:rPr lang="da-DK" sz="1800" b="0" i="0">
                  <a:latin typeface="Cambria Math" panose="02040503050406030204" pitchFamily="18" charset="0"/>
                </a:rPr>
                <a:t>𝑛_𝜃</a:t>
              </a:r>
              <a:endParaRPr lang="da-DK" sz="1800" dirty="0"/>
            </a:p>
          </dgm:t>
        </dgm:pt>
      </mc:Fallback>
    </mc:AlternateContent>
    <dgm:pt modelId="{8716A106-3538-463F-A2C9-32A53C12060C}" type="parTrans" cxnId="{52EE6B12-AA9A-4EC1-9ADC-62833BC4EF10}">
      <dgm:prSet/>
      <dgm:spPr/>
      <dgm:t>
        <a:bodyPr/>
        <a:lstStyle/>
        <a:p>
          <a:endParaRPr lang="da-DK"/>
        </a:p>
      </dgm:t>
    </dgm:pt>
    <dgm:pt modelId="{4ED4E16C-F457-43C5-B152-2701CBA6D31C}" type="sibTrans" cxnId="{52EE6B12-AA9A-4EC1-9ADC-62833BC4EF10}">
      <dgm:prSet/>
      <dgm:spPr/>
      <dgm:t>
        <a:bodyPr/>
        <a:lstStyle/>
        <a:p>
          <a:endParaRPr lang="da-DK"/>
        </a:p>
      </dgm:t>
    </dgm:pt>
    <mc:AlternateContent xmlns:mc="http://schemas.openxmlformats.org/markup-compatibility/2006" xmlns:a14="http://schemas.microsoft.com/office/drawing/2010/main">
      <mc:Choice Requires="a14">
        <dgm:pt modelId="{87EF3FED-477A-4635-B7F6-A79480F8D418}">
          <dgm:prSet custT="1"/>
          <dgm:spPr/>
          <dgm:t>
            <a:bodyPr/>
            <a:lstStyle/>
            <a:p>
              <a:pPr>
                <a:buFont typeface="+mj-lt"/>
                <a:buAutoNum type="arabicPeriod"/>
              </a:pPr>
              <a:r>
                <a:rPr lang="en-GB" sz="1800" dirty="0"/>
                <a:t>Run sampling: choose target state, </a:t>
              </a:r>
              <a:r>
                <a:rPr lang="da-DK" sz="1800" dirty="0" err="1"/>
                <a:t>number</a:t>
              </a:r>
              <a:r>
                <a:rPr lang="da-DK" sz="1800" dirty="0"/>
                <a:t> of bins </a:t>
              </a:r>
              <a14:m>
                <m:oMath xmlns:m="http://schemas.openxmlformats.org/officeDocument/2006/math">
                  <m:sSub>
                    <m:sSubPr>
                      <m:ctrlPr>
                        <a:rPr lang="da-DK" sz="1800"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da-DK" sz="1800" i="1">
                          <a:latin typeface="Cambria Math" panose="02040503050406030204" pitchFamily="18" charset="0"/>
                        </a:rPr>
                        <m:t>𝑛</m:t>
                      </m:r>
                    </m:e>
                    <m:sub>
                      <m:r>
                        <a:rPr lang="da-DK" sz="1800" i="1">
                          <a:latin typeface="Cambria Math" panose="02040503050406030204" pitchFamily="18" charset="0"/>
                        </a:rPr>
                        <m:t>𝑏</m:t>
                      </m:r>
                    </m:sub>
                  </m:sSub>
                </m:oMath>
              </a14:m>
              <a:r>
                <a:rPr lang="en-GB" sz="1800" dirty="0"/>
                <a:t> and get </a:t>
              </a:r>
              <a14:m>
                <m:oMath xmlns:m="http://schemas.openxmlformats.org/officeDocument/2006/math">
                  <m:sSub>
                    <m:sSubPr>
                      <m:ctrlPr>
                        <a:rPr lang="da-DK" sz="1800" i="1">
                          <a:latin typeface="Cambria Math" panose="02040503050406030204" pitchFamily="18" charset="0"/>
                        </a:rPr>
                      </m:ctrlPr>
                    </m:sSubPr>
                    <m:e>
                      <m:d>
                        <m:dPr>
                          <m:begChr m:val="{"/>
                          <m:endChr m:val="}"/>
                          <m:ctrlPr>
                            <a:rPr lang="da-DK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a-DK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18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da-DK" sz="1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da-DK" sz="1800" b="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a-DK" sz="1800" b="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e>
                      </m:d>
                    </m:e>
                    <m:sub>
                      <m:r>
                        <a:rPr lang="da-DK" sz="18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da-DK" sz="1800" b="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a-DK" sz="1800" b="0" i="1">
                          <a:latin typeface="Cambria Math" panose="02040503050406030204" pitchFamily="18" charset="0"/>
                        </a:rPr>
                        <m:t>𝑏</m:t>
                      </m:r>
                    </m:sub>
                  </m:sSub>
                </m:oMath>
              </a14:m>
              <a:endParaRPr lang="da-DK" sz="1800" dirty="0"/>
            </a:p>
          </dgm:t>
        </dgm:pt>
      </mc:Choice>
      <mc:Fallback xmlns="">
        <dgm:pt modelId="{87EF3FED-477A-4635-B7F6-A79480F8D418}">
          <dgm:prSet custT="1"/>
          <dgm:spPr/>
          <dgm:t>
            <a:bodyPr/>
            <a:lstStyle/>
            <a:p>
              <a:pPr>
                <a:buFont typeface="+mj-lt"/>
                <a:buAutoNum type="arabicPeriod"/>
              </a:pPr>
              <a:r>
                <a:rPr lang="en-GB" sz="1800" dirty="0"/>
                <a:t>Run sampling: choose target state, </a:t>
              </a:r>
              <a:r>
                <a:rPr lang="da-DK" sz="1800" dirty="0" err="1"/>
                <a:t>number</a:t>
              </a:r>
              <a:r>
                <a:rPr lang="da-DK" sz="1800" dirty="0"/>
                <a:t> of bins </a:t>
              </a:r>
              <a:r>
                <a:rPr lang="da-DK" sz="1800" i="0">
                  <a:latin typeface="Cambria Math" panose="02040503050406030204" pitchFamily="18" charset="0"/>
                </a:rPr>
                <a:t>𝑛_𝑏</a:t>
              </a:r>
              <a:r>
                <a:rPr lang="en-GB" sz="1800" dirty="0"/>
                <a:t> and get </a:t>
              </a:r>
              <a:r>
                <a:rPr lang="da-DK" sz="1800" i="0">
                  <a:latin typeface="Cambria Math" panose="02040503050406030204" pitchFamily="18" charset="0"/>
                </a:rPr>
                <a:t>{𝑁_(𝑎</a:t>
              </a:r>
              <a:r>
                <a:rPr lang="da-DK" sz="1800" b="0" i="0">
                  <a:latin typeface="Cambria Math" panose="02040503050406030204" pitchFamily="18" charset="0"/>
                </a:rPr>
                <a:t>,𝑏) }_(</a:t>
              </a:r>
              <a:r>
                <a:rPr lang="da-DK" sz="1800" i="0">
                  <a:latin typeface="Cambria Math" panose="02040503050406030204" pitchFamily="18" charset="0"/>
                </a:rPr>
                <a:t>𝑎</a:t>
              </a:r>
              <a:r>
                <a:rPr lang="da-DK" sz="1800" b="0" i="0">
                  <a:latin typeface="Cambria Math" panose="02040503050406030204" pitchFamily="18" charset="0"/>
                </a:rPr>
                <a:t>,𝑏)</a:t>
              </a:r>
              <a:endParaRPr lang="da-DK" sz="1800" dirty="0"/>
            </a:p>
          </dgm:t>
        </dgm:pt>
      </mc:Fallback>
    </mc:AlternateContent>
    <dgm:pt modelId="{4E41EC26-EE69-4A7C-81CD-E6CBA7848E31}" type="parTrans" cxnId="{0F141F9B-114F-4DC5-B170-A5409E4DF301}">
      <dgm:prSet/>
      <dgm:spPr/>
      <dgm:t>
        <a:bodyPr/>
        <a:lstStyle/>
        <a:p>
          <a:endParaRPr lang="da-DK"/>
        </a:p>
      </dgm:t>
    </dgm:pt>
    <dgm:pt modelId="{723F1575-3406-4372-AD86-5E2589DBE771}" type="sibTrans" cxnId="{0F141F9B-114F-4DC5-B170-A5409E4DF301}">
      <dgm:prSet/>
      <dgm:spPr/>
      <dgm:t>
        <a:bodyPr/>
        <a:lstStyle/>
        <a:p>
          <a:endParaRPr lang="da-DK"/>
        </a:p>
      </dgm:t>
    </dgm:pt>
    <dgm:pt modelId="{3949F510-FFE1-4E99-A6EE-F1C36A8F2CE3}">
      <dgm:prSet/>
      <dgm:spPr/>
      <dgm:t>
        <a:bodyPr/>
        <a:lstStyle/>
        <a:p>
          <a:r>
            <a:rPr lang="da-DK" b="1" dirty="0"/>
            <a:t>Run </a:t>
          </a:r>
          <a:r>
            <a:rPr lang="da-DK" b="1" dirty="0" err="1"/>
            <a:t>Algorithm</a:t>
          </a:r>
          <a:r>
            <a:rPr lang="da-DK" dirty="0"/>
            <a:t>: </a:t>
          </a:r>
          <a:r>
            <a:rPr lang="da-DK" dirty="0" err="1"/>
            <a:t>Two</a:t>
          </a:r>
          <a:r>
            <a:rPr lang="da-DK" dirty="0"/>
            <a:t> </a:t>
          </a:r>
          <a:r>
            <a:rPr lang="da-DK" dirty="0" err="1"/>
            <a:t>stoping</a:t>
          </a:r>
          <a:r>
            <a:rPr lang="da-DK" dirty="0"/>
            <a:t> </a:t>
          </a:r>
          <a:r>
            <a:rPr lang="da-DK" dirty="0" err="1"/>
            <a:t>conditions</a:t>
          </a:r>
          <a:endParaRPr lang="da-DK" dirty="0"/>
        </a:p>
      </dgm:t>
    </dgm:pt>
    <dgm:pt modelId="{C5CE53B5-BA66-4BCC-855B-40FD3B2B0AB1}" type="parTrans" cxnId="{73463E5E-447A-490A-B28D-F203EE96402A}">
      <dgm:prSet/>
      <dgm:spPr/>
      <dgm:t>
        <a:bodyPr/>
        <a:lstStyle/>
        <a:p>
          <a:endParaRPr lang="da-DK"/>
        </a:p>
      </dgm:t>
    </dgm:pt>
    <dgm:pt modelId="{7B46C4C0-161C-4F48-B471-3E8EF401C681}" type="sibTrans" cxnId="{73463E5E-447A-490A-B28D-F203EE96402A}">
      <dgm:prSet/>
      <dgm:spPr/>
      <dgm:t>
        <a:bodyPr/>
        <a:lstStyle/>
        <a:p>
          <a:endParaRPr lang="da-DK"/>
        </a:p>
      </dgm:t>
    </dgm:pt>
    <dgm:pt modelId="{41E2BEFA-A359-4ECC-8D07-F3E4DC1082E7}">
      <dgm:prSet custT="1"/>
      <dgm:spPr/>
      <dgm:t>
        <a:bodyPr/>
        <a:lstStyle/>
        <a:p>
          <a:pPr>
            <a:buFont typeface="+mj-lt"/>
            <a:buAutoNum type="arabicPeriod"/>
          </a:pPr>
          <a:r>
            <a:rPr lang="da-DK" sz="1800" dirty="0"/>
            <a:t>Run for a </a:t>
          </a:r>
          <a:r>
            <a:rPr lang="da-DK" sz="1800" dirty="0" err="1"/>
            <a:t>fixed</a:t>
          </a:r>
          <a:r>
            <a:rPr lang="da-DK" sz="1800" dirty="0"/>
            <a:t> </a:t>
          </a:r>
          <a:r>
            <a:rPr lang="da-DK" sz="1800" dirty="0" err="1"/>
            <a:t>number</a:t>
          </a:r>
          <a:r>
            <a:rPr lang="da-DK" sz="1800" dirty="0"/>
            <a:t> of iterations</a:t>
          </a:r>
        </a:p>
      </dgm:t>
    </dgm:pt>
    <dgm:pt modelId="{FA44B480-CA2F-4531-B0EC-2F98B41F8E5B}" type="parTrans" cxnId="{5A856A8A-8CCC-4665-B266-5725730697ED}">
      <dgm:prSet/>
      <dgm:spPr/>
      <dgm:t>
        <a:bodyPr/>
        <a:lstStyle/>
        <a:p>
          <a:endParaRPr lang="da-DK"/>
        </a:p>
      </dgm:t>
    </dgm:pt>
    <dgm:pt modelId="{DE6A777F-415C-4206-97C3-EF3B24DED309}" type="sibTrans" cxnId="{5A856A8A-8CCC-4665-B266-5725730697ED}">
      <dgm:prSet/>
      <dgm:spPr/>
      <dgm:t>
        <a:bodyPr/>
        <a:lstStyle/>
        <a:p>
          <a:endParaRPr lang="da-DK"/>
        </a:p>
      </dgm:t>
    </dgm:pt>
    <mc:AlternateContent xmlns:mc="http://schemas.openxmlformats.org/markup-compatibility/2006" xmlns:a14="http://schemas.microsoft.com/office/drawing/2010/main">
      <mc:Choice Requires="a14">
        <dgm:pt modelId="{5A33D038-0F49-4F2D-B2EF-17F727EAE356}">
          <dgm:prSet custT="1"/>
          <dgm:spPr/>
          <dgm:t>
            <a:bodyPr/>
            <a:lstStyle/>
            <a:p>
              <a:pPr>
                <a:buFont typeface="+mj-lt"/>
                <a:buAutoNum type="arabicPeriod"/>
              </a:pPr>
              <a:r>
                <a:rPr lang="da-DK" sz="1800" dirty="0"/>
                <a:t>Run </a:t>
              </a:r>
              <a:r>
                <a:rPr lang="da-DK" sz="1800" dirty="0" err="1"/>
                <a:t>until</a:t>
              </a:r>
              <a:r>
                <a:rPr lang="da-DK" sz="1800" dirty="0"/>
                <a:t> </a:t>
              </a:r>
              <a:r>
                <a:rPr lang="da-DK" sz="1800" dirty="0" err="1"/>
                <a:t>two</a:t>
              </a:r>
              <a:r>
                <a:rPr lang="da-DK" sz="1800" dirty="0"/>
                <a:t> </a:t>
              </a:r>
              <a:r>
                <a:rPr lang="da-DK" sz="1800" dirty="0" err="1"/>
                <a:t>subsecuent</a:t>
              </a:r>
              <a:r>
                <a:rPr lang="da-DK" sz="1800" dirty="0"/>
                <a:t> </a:t>
              </a:r>
              <a:r>
                <a:rPr lang="da-DK" sz="1800" dirty="0" err="1"/>
                <a:t>states</a:t>
              </a:r>
              <a:r>
                <a:rPr lang="da-DK" sz="1800" dirty="0"/>
                <a:t> </a:t>
              </a:r>
              <a:r>
                <a:rPr lang="da-DK" sz="1800" dirty="0" err="1"/>
                <a:t>are</a:t>
              </a:r>
              <a:r>
                <a:rPr lang="da-DK" sz="1800" dirty="0"/>
                <a:t> </a:t>
              </a:r>
              <a:r>
                <a:rPr lang="da-DK" sz="1800" dirty="0" err="1"/>
                <a:t>close</a:t>
              </a:r>
              <a:r>
                <a:rPr lang="da-DK" sz="1800" dirty="0"/>
                <a:t> to the same:</a:t>
              </a:r>
              <a:br>
                <a:rPr lang="en-GB" sz="1800" i="1" dirty="0"/>
              </a:br>
              <a14:m>
                <m:oMath xmlns:m="http://schemas.openxmlformats.org/officeDocument/2006/math">
                  <m:sSub>
                    <m:sSubPr>
                      <m:ctrlPr>
                        <a:rPr lang="da-DK" sz="1800"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da-DK" sz="18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da-DK" sz="1800" b="0" i="1">
                          <a:latin typeface="Cambria Math" panose="02040503050406030204" pitchFamily="18" charset="0"/>
                        </a:rPr>
                        <m:t>𝑖𝑑</m:t>
                      </m:r>
                    </m:e>
                    <m:sub>
                      <m:r>
                        <a:rPr lang="da-DK" sz="1800" b="0" i="1">
                          <a:latin typeface="Cambria Math" panose="02040503050406030204" pitchFamily="18" charset="0"/>
                        </a:rPr>
                        <m:t>𝑠𝑡𝑒𝑝</m:t>
                      </m:r>
                    </m:sub>
                  </m:sSub>
                  <m:d>
                    <m:dPr>
                      <m:ctrlPr>
                        <a:rPr lang="da-DK" sz="1800" i="1">
                          <a:latin typeface="Cambria Math" panose="02040503050406030204" pitchFamily="18" charset="0"/>
                        </a:rPr>
                      </m:ctrlPr>
                    </m:dPr>
                    <m:e>
                      <m:r>
                        <a:rPr lang="da-DK" sz="1800" i="1">
                          <a:latin typeface="Cambria Math" panose="02040503050406030204" pitchFamily="18" charset="0"/>
                        </a:rPr>
                        <m:t>𝑛</m:t>
                      </m:r>
                    </m:e>
                  </m:d>
                  <m:r>
                    <a:rPr lang="da-DK" sz="1800" i="1">
                      <a:latin typeface="Cambria Math" panose="02040503050406030204" pitchFamily="18" charset="0"/>
                    </a:rPr>
                    <m:t>= </m:t>
                  </m:r>
                  <m:r>
                    <a:rPr lang="da-DK" sz="1800" i="1">
                      <a:latin typeface="Cambria Math" panose="02040503050406030204" pitchFamily="18" charset="0"/>
                    </a:rPr>
                    <m:t>𝑓𝑖𝑑</m:t>
                  </m:r>
                  <m:d>
                    <m:dPr>
                      <m:ctrlPr>
                        <a:rPr lang="da-DK" sz="1800" b="0" i="1">
                          <a:latin typeface="Cambria Math" panose="02040503050406030204" pitchFamily="18" charset="0"/>
                        </a:rPr>
                      </m:ctrlPr>
                    </m:dPr>
                    <m:e>
                      <m:sSup>
                        <m:sSupPr>
                          <m:ctrlPr>
                            <a:rPr lang="da-DK" sz="18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da-DK" sz="1800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a-DK" sz="1800" b="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a:rPr lang="da-DK" sz="1800" b="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</m:e>
                        <m:sup>
                          <m:d>
                            <m:dPr>
                              <m:ctrlPr>
                                <a:rPr lang="da-DK" sz="18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sz="1800" b="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p>
                      </m:sSup>
                      <m:r>
                        <a:rPr lang="da-DK" sz="1800" i="1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da-DK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da-DK" sz="1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a-DK" sz="180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a:rPr lang="da-DK" sz="18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</m:e>
                        <m:sup>
                          <m:d>
                            <m:dPr>
                              <m:ctrlPr>
                                <a:rPr lang="da-DK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sz="1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da-DK" sz="1800" b="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sup>
                      </m:sSup>
                    </m:e>
                  </m:d>
                  <m:r>
                    <a:rPr lang="da-DK" sz="1800" b="0" i="1">
                      <a:latin typeface="Cambria Math" panose="02040503050406030204" pitchFamily="18" charset="0"/>
                    </a:rPr>
                    <m:t>≈</m:t>
                  </m:r>
                  <m:r>
                    <a:rPr lang="da-DK" sz="1800" i="1">
                      <a:latin typeface="Cambria Math" panose="02040503050406030204" pitchFamily="18" charset="0"/>
                    </a:rPr>
                    <m:t> 1</m:t>
                  </m:r>
                </m:oMath>
              </a14:m>
              <a:endParaRPr lang="da-DK" sz="1800" dirty="0"/>
            </a:p>
          </dgm:t>
        </dgm:pt>
      </mc:Choice>
      <mc:Fallback xmlns="">
        <dgm:pt modelId="{5A33D038-0F49-4F2D-B2EF-17F727EAE356}">
          <dgm:prSet custT="1"/>
          <dgm:spPr/>
          <dgm:t>
            <a:bodyPr/>
            <a:lstStyle/>
            <a:p>
              <a:pPr>
                <a:buFont typeface="+mj-lt"/>
                <a:buAutoNum type="arabicPeriod"/>
              </a:pPr>
              <a:r>
                <a:rPr lang="da-DK" sz="1800" dirty="0"/>
                <a:t>Run </a:t>
              </a:r>
              <a:r>
                <a:rPr lang="da-DK" sz="1800" dirty="0" err="1"/>
                <a:t>until</a:t>
              </a:r>
              <a:r>
                <a:rPr lang="da-DK" sz="1800" dirty="0"/>
                <a:t> </a:t>
              </a:r>
              <a:r>
                <a:rPr lang="da-DK" sz="1800" dirty="0" err="1"/>
                <a:t>two</a:t>
              </a:r>
              <a:r>
                <a:rPr lang="da-DK" sz="1800" dirty="0"/>
                <a:t> </a:t>
              </a:r>
              <a:r>
                <a:rPr lang="da-DK" sz="1800" dirty="0" err="1"/>
                <a:t>subsecuent</a:t>
              </a:r>
              <a:r>
                <a:rPr lang="da-DK" sz="1800" dirty="0"/>
                <a:t> </a:t>
              </a:r>
              <a:r>
                <a:rPr lang="da-DK" sz="1800" dirty="0" err="1"/>
                <a:t>states</a:t>
              </a:r>
              <a:r>
                <a:rPr lang="da-DK" sz="1800" dirty="0"/>
                <a:t> </a:t>
              </a:r>
              <a:r>
                <a:rPr lang="da-DK" sz="1800" dirty="0" err="1"/>
                <a:t>are</a:t>
              </a:r>
              <a:r>
                <a:rPr lang="da-DK" sz="1800" dirty="0"/>
                <a:t> </a:t>
              </a:r>
              <a:r>
                <a:rPr lang="da-DK" sz="1800" dirty="0" err="1"/>
                <a:t>close</a:t>
              </a:r>
              <a:r>
                <a:rPr lang="da-DK" sz="1800" dirty="0"/>
                <a:t> to the same:</a:t>
              </a:r>
              <a:br>
                <a:rPr lang="en-GB" sz="1800" i="1" dirty="0"/>
              </a:br>
              <a:r>
                <a:rPr lang="da-DK" sz="1800" i="0">
                  <a:latin typeface="Cambria Math" panose="02040503050406030204" pitchFamily="18" charset="0"/>
                </a:rPr>
                <a:t>〖𝑓</a:t>
              </a:r>
              <a:r>
                <a:rPr lang="da-DK" sz="1800" b="0" i="0">
                  <a:latin typeface="Cambria Math" panose="02040503050406030204" pitchFamily="18" charset="0"/>
                </a:rPr>
                <a:t>𝑖𝑑〗_𝑠𝑡𝑒𝑝 </a:t>
              </a:r>
              <a:r>
                <a:rPr lang="da-DK" sz="1800" i="0">
                  <a:latin typeface="Cambria Math" panose="02040503050406030204" pitchFamily="18" charset="0"/>
                </a:rPr>
                <a:t>(𝑛)= 𝑓𝑖𝑑</a:t>
              </a:r>
              <a:r>
                <a:rPr lang="da-DK" sz="1800" b="0" i="0">
                  <a:latin typeface="Cambria Math" panose="02040503050406030204" pitchFamily="18" charset="0"/>
                </a:rPr>
                <a:t>((𝜌 ) ̂^((𝑛) )</a:t>
              </a:r>
              <a:r>
                <a:rPr lang="da-DK" sz="1800" i="0">
                  <a:latin typeface="Cambria Math" panose="02040503050406030204" pitchFamily="18" charset="0"/>
                </a:rPr>
                <a:t>,(𝜌 ) ̂^((𝑛</a:t>
              </a:r>
              <a:r>
                <a:rPr lang="da-DK" sz="1800" b="0" i="0">
                  <a:latin typeface="Cambria Math" panose="02040503050406030204" pitchFamily="18" charset="0"/>
                </a:rPr>
                <a:t>+1) ) )≈</a:t>
              </a:r>
              <a:r>
                <a:rPr lang="da-DK" sz="1800" i="0">
                  <a:latin typeface="Cambria Math" panose="02040503050406030204" pitchFamily="18" charset="0"/>
                </a:rPr>
                <a:t> 1</a:t>
              </a:r>
              <a:endParaRPr lang="da-DK" sz="1800" dirty="0"/>
            </a:p>
          </dgm:t>
        </dgm:pt>
      </mc:Fallback>
    </mc:AlternateContent>
    <dgm:pt modelId="{B7E958C9-1A6D-4AE7-8B49-472801212377}" type="parTrans" cxnId="{6FC6B739-7B28-4E2F-BC47-5189DCA58785}">
      <dgm:prSet/>
      <dgm:spPr/>
      <dgm:t>
        <a:bodyPr/>
        <a:lstStyle/>
        <a:p>
          <a:endParaRPr lang="da-DK"/>
        </a:p>
      </dgm:t>
    </dgm:pt>
    <dgm:pt modelId="{576BE4C0-9126-425F-994B-2FBF30EB51A6}" type="sibTrans" cxnId="{6FC6B739-7B28-4E2F-BC47-5189DCA58785}">
      <dgm:prSet/>
      <dgm:spPr/>
      <dgm:t>
        <a:bodyPr/>
        <a:lstStyle/>
        <a:p>
          <a:endParaRPr lang="da-DK"/>
        </a:p>
      </dgm:t>
    </dgm:pt>
    <dgm:pt modelId="{2531525F-8E5F-4D09-AA8C-3CE052B24B73}">
      <dgm:prSet/>
      <dgm:spPr/>
      <dgm:t>
        <a:bodyPr/>
        <a:lstStyle/>
        <a:p>
          <a:r>
            <a:rPr lang="da-DK" b="1" dirty="0"/>
            <a:t>Returns</a:t>
          </a:r>
          <a:r>
            <a:rPr lang="da-DK" dirty="0"/>
            <a:t>:</a:t>
          </a:r>
        </a:p>
      </dgm:t>
    </dgm:pt>
    <dgm:pt modelId="{FFEE0CF3-7AF9-42A0-A3A2-5E47A4001743}" type="parTrans" cxnId="{E1A9AD74-7FE6-4AD4-9A5F-8CFDB450EF49}">
      <dgm:prSet/>
      <dgm:spPr/>
      <dgm:t>
        <a:bodyPr/>
        <a:lstStyle/>
        <a:p>
          <a:endParaRPr lang="da-DK"/>
        </a:p>
      </dgm:t>
    </dgm:pt>
    <dgm:pt modelId="{4B221DEC-F401-45D9-A673-E069DA97E081}" type="sibTrans" cxnId="{E1A9AD74-7FE6-4AD4-9A5F-8CFDB450EF49}">
      <dgm:prSet/>
      <dgm:spPr/>
      <dgm:t>
        <a:bodyPr/>
        <a:lstStyle/>
        <a:p>
          <a:endParaRPr lang="da-DK"/>
        </a:p>
      </dgm:t>
    </dgm:pt>
    <mc:AlternateContent xmlns:mc="http://schemas.openxmlformats.org/markup-compatibility/2006" xmlns:a14="http://schemas.microsoft.com/office/drawing/2010/main">
      <mc:Choice Requires="a14">
        <dgm:pt modelId="{2202F4F4-CEB6-43D7-ADFF-2CA6D4A05D3D}">
          <dgm:prSet custT="1"/>
          <dgm:spPr/>
          <dgm:t>
            <a:bodyPr/>
            <a:lstStyle/>
            <a:p>
              <a:pPr>
                <a:buFont typeface="+mj-lt"/>
                <a:buAutoNum type="arabicPeriod"/>
              </a:pPr>
              <a:r>
                <a:rPr lang="da-DK" sz="1800" dirty="0"/>
                <a:t>Final </a:t>
              </a:r>
              <a:r>
                <a:rPr lang="da-DK" sz="1800" dirty="0" err="1"/>
                <a:t>state</a:t>
              </a:r>
              <a:r>
                <a:rPr lang="da-DK" sz="1800" dirty="0"/>
                <a:t> </a:t>
              </a:r>
              <a14:m>
                <m:oMath xmlns:m="http://schemas.openxmlformats.org/officeDocument/2006/math">
                  <m:sSub>
                    <m:sSubPr>
                      <m:ctrlPr>
                        <a:rPr lang="da-DK" sz="1800" b="0" i="1">
                          <a:latin typeface="Cambria Math" panose="02040503050406030204" pitchFamily="18" charset="0"/>
                        </a:rPr>
                      </m:ctrlPr>
                    </m:sSubPr>
                    <m:e>
                      <m:acc>
                        <m:accPr>
                          <m:chr m:val="̂"/>
                          <m:ctrlPr>
                            <a:rPr lang="da-DK" sz="1800" b="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a-DK" sz="1800" b="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acc>
                    </m:e>
                    <m:sub>
                      <m:r>
                        <a:rPr lang="da-DK" sz="1800" b="0" i="1">
                          <a:latin typeface="Cambria Math" panose="02040503050406030204" pitchFamily="18" charset="0"/>
                        </a:rPr>
                        <m:t>𝑜𝑢𝑡</m:t>
                      </m:r>
                    </m:sub>
                  </m:sSub>
                </m:oMath>
              </a14:m>
              <a:endParaRPr lang="da-DK" sz="1800" dirty="0"/>
            </a:p>
          </dgm:t>
        </dgm:pt>
      </mc:Choice>
      <mc:Fallback xmlns="">
        <dgm:pt modelId="{2202F4F4-CEB6-43D7-ADFF-2CA6D4A05D3D}">
          <dgm:prSet custT="1"/>
          <dgm:spPr/>
          <dgm:t>
            <a:bodyPr/>
            <a:lstStyle/>
            <a:p>
              <a:pPr>
                <a:buFont typeface="+mj-lt"/>
                <a:buAutoNum type="arabicPeriod"/>
              </a:pPr>
              <a:r>
                <a:rPr lang="da-DK" sz="1800" dirty="0"/>
                <a:t>Final </a:t>
              </a:r>
              <a:r>
                <a:rPr lang="da-DK" sz="1800" dirty="0" err="1"/>
                <a:t>state</a:t>
              </a:r>
              <a:r>
                <a:rPr lang="da-DK" sz="1800" dirty="0"/>
                <a:t> </a:t>
              </a:r>
              <a:r>
                <a:rPr lang="da-DK" sz="1800" b="0" i="0">
                  <a:latin typeface="Cambria Math" panose="02040503050406030204" pitchFamily="18" charset="0"/>
                </a:rPr>
                <a:t>𝜌 ̂_𝑜𝑢𝑡</a:t>
              </a:r>
              <a:endParaRPr lang="da-DK" sz="1800" dirty="0"/>
            </a:p>
          </dgm:t>
        </dgm:pt>
      </mc:Fallback>
    </mc:AlternateContent>
    <dgm:pt modelId="{4FBDB6B8-1269-4F95-9514-01C6E364807D}" type="parTrans" cxnId="{69ED2D8F-4751-4D9E-81AB-AF4F8A3D73EB}">
      <dgm:prSet/>
      <dgm:spPr/>
      <dgm:t>
        <a:bodyPr/>
        <a:lstStyle/>
        <a:p>
          <a:endParaRPr lang="da-DK"/>
        </a:p>
      </dgm:t>
    </dgm:pt>
    <dgm:pt modelId="{AF78216E-80AA-4757-92C7-C87F414E3375}" type="sibTrans" cxnId="{69ED2D8F-4751-4D9E-81AB-AF4F8A3D73EB}">
      <dgm:prSet/>
      <dgm:spPr/>
      <dgm:t>
        <a:bodyPr/>
        <a:lstStyle/>
        <a:p>
          <a:endParaRPr lang="da-DK"/>
        </a:p>
      </dgm:t>
    </dgm:pt>
    <mc:AlternateContent xmlns:mc="http://schemas.openxmlformats.org/markup-compatibility/2006" xmlns:a14="http://schemas.microsoft.com/office/drawing/2010/main">
      <mc:Choice Requires="a14">
        <dgm:pt modelId="{45E3D317-DF35-4756-B637-7940C3975A61}">
          <dgm:prSet custT="1"/>
          <dgm:spPr/>
          <dgm:t>
            <a:bodyPr/>
            <a:lstStyle/>
            <a:p>
              <a:pPr>
                <a:buFont typeface="+mj-lt"/>
                <a:buAutoNum type="arabicPeriod"/>
              </a:pPr>
              <a:r>
                <a:rPr lang="da-DK" sz="1800" dirty="0"/>
                <a:t>List of all the </a:t>
              </a:r>
              <a14:m>
                <m:oMath xmlns:m="http://schemas.openxmlformats.org/officeDocument/2006/math">
                  <m:sSub>
                    <m:sSubPr>
                      <m:ctrlPr>
                        <a:rPr lang="da-DK" sz="1800" i="1">
                          <a:latin typeface="Cambria Math" panose="02040503050406030204" pitchFamily="18" charset="0"/>
                        </a:rPr>
                      </m:ctrlPr>
                    </m:sSubPr>
                    <m:e>
                      <m:d>
                        <m:dPr>
                          <m:begChr m:val="{"/>
                          <m:endChr m:val="}"/>
                          <m:ctrlPr>
                            <a:rPr lang="da-DK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a-DK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1800" i="1">
                                  <a:latin typeface="Cambria Math" panose="02040503050406030204" pitchFamily="18" charset="0"/>
                                </a:rPr>
                                <m:t>𝑓𝑖𝑑</m:t>
                              </m:r>
                            </m:e>
                            <m:sub>
                              <m:r>
                                <a:rPr lang="da-DK" sz="1800" i="1">
                                  <a:latin typeface="Cambria Math" panose="02040503050406030204" pitchFamily="18" charset="0"/>
                                </a:rPr>
                                <m:t>𝑠𝑡𝑒𝑝</m:t>
                              </m:r>
                            </m:sub>
                          </m:sSub>
                          <m:d>
                            <m:dPr>
                              <m:ctrlPr>
                                <a:rPr lang="da-DK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sz="1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d>
                    </m:e>
                    <m:sub>
                      <m:r>
                        <a:rPr lang="da-DK" sz="1800" b="0" i="1">
                          <a:latin typeface="Cambria Math" panose="02040503050406030204" pitchFamily="18" charset="0"/>
                        </a:rPr>
                        <m:t>𝑛</m:t>
                      </m:r>
                    </m:sub>
                  </m:sSub>
                  <m:r>
                    <a:rPr lang="da-DK" sz="1800" i="1">
                      <a:latin typeface="Cambria Math" panose="02040503050406030204" pitchFamily="18" charset="0"/>
                    </a:rPr>
                    <m:t> </m:t>
                  </m:r>
                </m:oMath>
              </a14:m>
              <a:endParaRPr lang="da-DK" sz="1800" dirty="0"/>
            </a:p>
          </dgm:t>
        </dgm:pt>
      </mc:Choice>
      <mc:Fallback xmlns="">
        <dgm:pt modelId="{45E3D317-DF35-4756-B637-7940C3975A61}">
          <dgm:prSet custT="1"/>
          <dgm:spPr/>
          <dgm:t>
            <a:bodyPr/>
            <a:lstStyle/>
            <a:p>
              <a:pPr>
                <a:buFont typeface="+mj-lt"/>
                <a:buAutoNum type="arabicPeriod"/>
              </a:pPr>
              <a:r>
                <a:rPr lang="da-DK" sz="1800" dirty="0"/>
                <a:t>List of all the </a:t>
              </a:r>
              <a:r>
                <a:rPr lang="da-DK" sz="1800" i="0">
                  <a:latin typeface="Cambria Math" panose="02040503050406030204" pitchFamily="18" charset="0"/>
                </a:rPr>
                <a:t>{〖𝑓𝑖𝑑〗_𝑠𝑡𝑒𝑝 (𝑛)}_</a:t>
              </a:r>
              <a:r>
                <a:rPr lang="da-DK" sz="1800" b="0" i="0">
                  <a:latin typeface="Cambria Math" panose="02040503050406030204" pitchFamily="18" charset="0"/>
                </a:rPr>
                <a:t>𝑛 </a:t>
              </a:r>
              <a:r>
                <a:rPr lang="da-DK" sz="1800" i="0">
                  <a:latin typeface="Cambria Math" panose="02040503050406030204" pitchFamily="18" charset="0"/>
                </a:rPr>
                <a:t> </a:t>
              </a:r>
              <a:endParaRPr lang="da-DK" sz="1800" dirty="0"/>
            </a:p>
          </dgm:t>
        </dgm:pt>
      </mc:Fallback>
    </mc:AlternateContent>
    <dgm:pt modelId="{28BFCF36-4120-4441-8441-5B0C9DDDDBFB}" type="parTrans" cxnId="{C658C4C2-7E64-4BD1-9675-5A3133E8A447}">
      <dgm:prSet/>
      <dgm:spPr/>
      <dgm:t>
        <a:bodyPr/>
        <a:lstStyle/>
        <a:p>
          <a:endParaRPr lang="da-DK"/>
        </a:p>
      </dgm:t>
    </dgm:pt>
    <dgm:pt modelId="{52FB9CAD-5CD5-4CD9-83FE-367F2AAE49B2}" type="sibTrans" cxnId="{C658C4C2-7E64-4BD1-9675-5A3133E8A447}">
      <dgm:prSet/>
      <dgm:spPr/>
      <dgm:t>
        <a:bodyPr/>
        <a:lstStyle/>
        <a:p>
          <a:endParaRPr lang="da-DK"/>
        </a:p>
      </dgm:t>
    </dgm:pt>
    <mc:AlternateContent xmlns:mc="http://schemas.openxmlformats.org/markup-compatibility/2006" xmlns:a14="http://schemas.microsoft.com/office/drawing/2010/main">
      <mc:Choice Requires="a14">
        <dgm:pt modelId="{7B5B683F-6BF8-4B3B-8008-1A50B187559C}">
          <dgm:prSet custT="1"/>
          <dgm:spPr/>
          <dgm:t>
            <a:bodyPr/>
            <a:lstStyle/>
            <a:p>
              <a:pPr>
                <a:buFont typeface="+mj-lt"/>
                <a:buAutoNum type="arabicPeriod"/>
              </a:pPr>
              <a:r>
                <a:rPr lang="da-DK" sz="1800" dirty="0" err="1"/>
                <a:t>Optionally</a:t>
              </a:r>
              <a:r>
                <a:rPr lang="da-DK" sz="1800" dirty="0"/>
                <a:t> all the </a:t>
              </a:r>
              <a:r>
                <a:rPr lang="da-DK" sz="1800" dirty="0" err="1"/>
                <a:t>intermediate</a:t>
              </a:r>
              <a:r>
                <a:rPr lang="da-DK" sz="1800" dirty="0"/>
                <a:t> </a:t>
              </a:r>
              <a:r>
                <a:rPr lang="da-DK" sz="1800" dirty="0" err="1"/>
                <a:t>states</a:t>
              </a:r>
              <a:r>
                <a:rPr lang="da-DK" sz="1800" dirty="0"/>
                <a:t> </a:t>
              </a:r>
              <a14:m>
                <m:oMath xmlns:m="http://schemas.openxmlformats.org/officeDocument/2006/math">
                  <m:sSub>
                    <m:sSubPr>
                      <m:ctrlPr>
                        <a:rPr lang="da-DK" sz="1800" i="1">
                          <a:latin typeface="Cambria Math" panose="02040503050406030204" pitchFamily="18" charset="0"/>
                        </a:rPr>
                      </m:ctrlPr>
                    </m:sSubPr>
                    <m:e>
                      <m:d>
                        <m:dPr>
                          <m:begChr m:val="{"/>
                          <m:endChr m:val="}"/>
                          <m:ctrlPr>
                            <a:rPr lang="da-DK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da-DK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da-DK" sz="1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a-DK" sz="1800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  <m:r>
                                    <a:rPr lang="da-DK" sz="18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acc>
                            </m:e>
                            <m:sup>
                              <m:d>
                                <m:dPr>
                                  <m:ctrlPr>
                                    <a:rPr lang="da-DK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a-DK" sz="1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sup>
                          </m:sSup>
                        </m:e>
                      </m:d>
                    </m:e>
                    <m:sub>
                      <m:r>
                        <a:rPr lang="da-DK" sz="1800" b="0" i="1">
                          <a:latin typeface="Cambria Math" panose="02040503050406030204" pitchFamily="18" charset="0"/>
                        </a:rPr>
                        <m:t>𝑛</m:t>
                      </m:r>
                    </m:sub>
                  </m:sSub>
                </m:oMath>
              </a14:m>
              <a:endParaRPr lang="da-DK" sz="1800" dirty="0"/>
            </a:p>
          </dgm:t>
        </dgm:pt>
      </mc:Choice>
      <mc:Fallback xmlns="">
        <dgm:pt modelId="{7B5B683F-6BF8-4B3B-8008-1A50B187559C}">
          <dgm:prSet custT="1"/>
          <dgm:spPr/>
          <dgm:t>
            <a:bodyPr/>
            <a:lstStyle/>
            <a:p>
              <a:pPr>
                <a:buFont typeface="+mj-lt"/>
                <a:buAutoNum type="arabicPeriod"/>
              </a:pPr>
              <a:r>
                <a:rPr lang="da-DK" sz="1800" dirty="0" err="1"/>
                <a:t>Optionally</a:t>
              </a:r>
              <a:r>
                <a:rPr lang="da-DK" sz="1800" dirty="0"/>
                <a:t> all the </a:t>
              </a:r>
              <a:r>
                <a:rPr lang="da-DK" sz="1800" dirty="0" err="1"/>
                <a:t>intermediate</a:t>
              </a:r>
              <a:r>
                <a:rPr lang="da-DK" sz="1800" dirty="0"/>
                <a:t> </a:t>
              </a:r>
              <a:r>
                <a:rPr lang="da-DK" sz="1800" dirty="0" err="1"/>
                <a:t>states</a:t>
              </a:r>
              <a:r>
                <a:rPr lang="da-DK" sz="1800" dirty="0"/>
                <a:t> </a:t>
              </a:r>
              <a:r>
                <a:rPr lang="da-DK" sz="1800" i="0">
                  <a:latin typeface="Cambria Math" panose="02040503050406030204" pitchFamily="18" charset="0"/>
                </a:rPr>
                <a:t>{(𝜌 ) ̂^((𝑛) ) }_</a:t>
              </a:r>
              <a:r>
                <a:rPr lang="da-DK" sz="1800" b="0" i="0">
                  <a:latin typeface="Cambria Math" panose="02040503050406030204" pitchFamily="18" charset="0"/>
                </a:rPr>
                <a:t>𝑛</a:t>
              </a:r>
              <a:endParaRPr lang="da-DK" sz="1800" dirty="0"/>
            </a:p>
          </dgm:t>
        </dgm:pt>
      </mc:Fallback>
    </mc:AlternateContent>
    <dgm:pt modelId="{7AA8E961-CFD3-467D-AAC5-B7D175A2BF1C}" type="parTrans" cxnId="{95647899-6985-40A5-80F0-7D4D1F782697}">
      <dgm:prSet/>
      <dgm:spPr/>
      <dgm:t>
        <a:bodyPr/>
        <a:lstStyle/>
        <a:p>
          <a:endParaRPr lang="da-DK"/>
        </a:p>
      </dgm:t>
    </dgm:pt>
    <dgm:pt modelId="{89F8B3D5-CFFD-4794-817E-DB650BC2CC61}" type="sibTrans" cxnId="{95647899-6985-40A5-80F0-7D4D1F782697}">
      <dgm:prSet/>
      <dgm:spPr/>
      <dgm:t>
        <a:bodyPr/>
        <a:lstStyle/>
        <a:p>
          <a:endParaRPr lang="da-DK"/>
        </a:p>
      </dgm:t>
    </dgm:pt>
    <dgm:pt modelId="{62DCD863-2647-43A1-911C-BCCEC6A36616}" type="pres">
      <dgm:prSet presAssocID="{57DF410D-FCD5-4D4C-8B05-1B9CCFCC1925}" presName="linear" presStyleCnt="0">
        <dgm:presLayoutVars>
          <dgm:animLvl val="lvl"/>
          <dgm:resizeHandles val="exact"/>
        </dgm:presLayoutVars>
      </dgm:prSet>
      <dgm:spPr/>
    </dgm:pt>
    <dgm:pt modelId="{C3CD300B-A3F5-4985-B7F3-137C848EE5CD}" type="pres">
      <dgm:prSet presAssocID="{498DE499-B771-427C-8D2C-CC18DA82493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F6517B3-AB67-431C-97E3-7DAD46736112}" type="pres">
      <dgm:prSet presAssocID="{498DE499-B771-427C-8D2C-CC18DA824932}" presName="childText" presStyleLbl="revTx" presStyleIdx="0" presStyleCnt="3">
        <dgm:presLayoutVars>
          <dgm:bulletEnabled val="1"/>
        </dgm:presLayoutVars>
      </dgm:prSet>
      <dgm:spPr/>
    </dgm:pt>
    <dgm:pt modelId="{A4D0422F-21A9-4ED1-A0B8-36963C1E6F7A}" type="pres">
      <dgm:prSet presAssocID="{3949F510-FFE1-4E99-A6EE-F1C36A8F2CE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CE7D12D-A64F-41E0-802E-8123D23C3C48}" type="pres">
      <dgm:prSet presAssocID="{3949F510-FFE1-4E99-A6EE-F1C36A8F2CE3}" presName="childText" presStyleLbl="revTx" presStyleIdx="1" presStyleCnt="3">
        <dgm:presLayoutVars>
          <dgm:bulletEnabled val="1"/>
        </dgm:presLayoutVars>
      </dgm:prSet>
      <dgm:spPr/>
    </dgm:pt>
    <dgm:pt modelId="{61C14D11-48D4-4789-9917-023E12BC17A0}" type="pres">
      <dgm:prSet presAssocID="{2531525F-8E5F-4D09-AA8C-3CE052B24B73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8235BDF7-0320-43B9-A3E0-F4BAEE623783}" type="pres">
      <dgm:prSet presAssocID="{2531525F-8E5F-4D09-AA8C-3CE052B24B73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52EE6B12-AA9A-4EC1-9ADC-62833BC4EF10}" srcId="{498DE499-B771-427C-8D2C-CC18DA824932}" destId="{9D56C200-E3A5-4929-B8A0-EA66A39D3A99}" srcOrd="1" destOrd="0" parTransId="{8716A106-3538-463F-A2C9-32A53C12060C}" sibTransId="{4ED4E16C-F457-43C5-B152-2701CBA6D31C}"/>
    <dgm:cxn modelId="{6FC6B739-7B28-4E2F-BC47-5189DCA58785}" srcId="{3949F510-FFE1-4E99-A6EE-F1C36A8F2CE3}" destId="{5A33D038-0F49-4F2D-B2EF-17F727EAE356}" srcOrd="1" destOrd="0" parTransId="{B7E958C9-1A6D-4AE7-8B49-472801212377}" sibTransId="{576BE4C0-9126-425F-994B-2FBF30EB51A6}"/>
    <dgm:cxn modelId="{341FD13C-7AE7-4533-9337-28C82E47777B}" srcId="{498DE499-B771-427C-8D2C-CC18DA824932}" destId="{CC2F8632-0EE3-45A7-8267-18B9B04C9F4E}" srcOrd="0" destOrd="0" parTransId="{D115F400-7A76-4A95-9E15-EA19E7EE0432}" sibTransId="{FB316056-1294-49AD-8256-5DABDD19C692}"/>
    <dgm:cxn modelId="{A889C63D-80E3-49EC-B56E-62185980991A}" type="presOf" srcId="{2531525F-8E5F-4D09-AA8C-3CE052B24B73}" destId="{61C14D11-48D4-4789-9917-023E12BC17A0}" srcOrd="0" destOrd="0" presId="urn:microsoft.com/office/officeart/2005/8/layout/vList2"/>
    <dgm:cxn modelId="{73463E5E-447A-490A-B28D-F203EE96402A}" srcId="{57DF410D-FCD5-4D4C-8B05-1B9CCFCC1925}" destId="{3949F510-FFE1-4E99-A6EE-F1C36A8F2CE3}" srcOrd="1" destOrd="0" parTransId="{C5CE53B5-BA66-4BCC-855B-40FD3B2B0AB1}" sibTransId="{7B46C4C0-161C-4F48-B471-3E8EF401C681}"/>
    <dgm:cxn modelId="{A3E98646-DD3F-4225-893F-A9B449A27C9C}" type="presOf" srcId="{498DE499-B771-427C-8D2C-CC18DA824932}" destId="{C3CD300B-A3F5-4985-B7F3-137C848EE5CD}" srcOrd="0" destOrd="0" presId="urn:microsoft.com/office/officeart/2005/8/layout/vList2"/>
    <dgm:cxn modelId="{83340169-109C-4A47-8838-3B8206061DA0}" type="presOf" srcId="{7B5B683F-6BF8-4B3B-8008-1A50B187559C}" destId="{8235BDF7-0320-43B9-A3E0-F4BAEE623783}" srcOrd="0" destOrd="2" presId="urn:microsoft.com/office/officeart/2005/8/layout/vList2"/>
    <dgm:cxn modelId="{E1A9AD74-7FE6-4AD4-9A5F-8CFDB450EF49}" srcId="{57DF410D-FCD5-4D4C-8B05-1B9CCFCC1925}" destId="{2531525F-8E5F-4D09-AA8C-3CE052B24B73}" srcOrd="2" destOrd="0" parTransId="{FFEE0CF3-7AF9-42A0-A3A2-5E47A4001743}" sibTransId="{4B221DEC-F401-45D9-A673-E069DA97E081}"/>
    <dgm:cxn modelId="{70BBE675-7848-43E1-9891-1AD57C414933}" type="presOf" srcId="{87EF3FED-477A-4635-B7F6-A79480F8D418}" destId="{FF6517B3-AB67-431C-97E3-7DAD46736112}" srcOrd="0" destOrd="2" presId="urn:microsoft.com/office/officeart/2005/8/layout/vList2"/>
    <dgm:cxn modelId="{94C1E687-937C-44B4-A2FB-BB50E30B7D45}" type="presOf" srcId="{3949F510-FFE1-4E99-A6EE-F1C36A8F2CE3}" destId="{A4D0422F-21A9-4ED1-A0B8-36963C1E6F7A}" srcOrd="0" destOrd="0" presId="urn:microsoft.com/office/officeart/2005/8/layout/vList2"/>
    <dgm:cxn modelId="{5A856A8A-8CCC-4665-B266-5725730697ED}" srcId="{3949F510-FFE1-4E99-A6EE-F1C36A8F2CE3}" destId="{41E2BEFA-A359-4ECC-8D07-F3E4DC1082E7}" srcOrd="0" destOrd="0" parTransId="{FA44B480-CA2F-4531-B0EC-2F98B41F8E5B}" sibTransId="{DE6A777F-415C-4206-97C3-EF3B24DED309}"/>
    <dgm:cxn modelId="{69ED2D8F-4751-4D9E-81AB-AF4F8A3D73EB}" srcId="{2531525F-8E5F-4D09-AA8C-3CE052B24B73}" destId="{2202F4F4-CEB6-43D7-ADFF-2CA6D4A05D3D}" srcOrd="0" destOrd="0" parTransId="{4FBDB6B8-1269-4F95-9514-01C6E364807D}" sibTransId="{AF78216E-80AA-4757-92C7-C87F414E3375}"/>
    <dgm:cxn modelId="{95647899-6985-40A5-80F0-7D4D1F782697}" srcId="{2531525F-8E5F-4D09-AA8C-3CE052B24B73}" destId="{7B5B683F-6BF8-4B3B-8008-1A50B187559C}" srcOrd="2" destOrd="0" parTransId="{7AA8E961-CFD3-467D-AAC5-B7D175A2BF1C}" sibTransId="{89F8B3D5-CFFD-4794-817E-DB650BC2CC61}"/>
    <dgm:cxn modelId="{0F141F9B-114F-4DC5-B170-A5409E4DF301}" srcId="{498DE499-B771-427C-8D2C-CC18DA824932}" destId="{87EF3FED-477A-4635-B7F6-A79480F8D418}" srcOrd="2" destOrd="0" parTransId="{4E41EC26-EE69-4A7C-81CD-E6CBA7848E31}" sibTransId="{723F1575-3406-4372-AD86-5E2589DBE771}"/>
    <dgm:cxn modelId="{947ACE9B-60BD-43FC-9EBE-338EBE5CC44C}" type="presOf" srcId="{9D56C200-E3A5-4929-B8A0-EA66A39D3A99}" destId="{FF6517B3-AB67-431C-97E3-7DAD46736112}" srcOrd="0" destOrd="1" presId="urn:microsoft.com/office/officeart/2005/8/layout/vList2"/>
    <dgm:cxn modelId="{91EFCDAA-C2F5-483E-A0F5-AF29DC933454}" type="presOf" srcId="{57DF410D-FCD5-4D4C-8B05-1B9CCFCC1925}" destId="{62DCD863-2647-43A1-911C-BCCEC6A36616}" srcOrd="0" destOrd="0" presId="urn:microsoft.com/office/officeart/2005/8/layout/vList2"/>
    <dgm:cxn modelId="{EB756AAB-985B-432B-9FAA-9E10FD67F740}" type="presOf" srcId="{45E3D317-DF35-4756-B637-7940C3975A61}" destId="{8235BDF7-0320-43B9-A3E0-F4BAEE623783}" srcOrd="0" destOrd="1" presId="urn:microsoft.com/office/officeart/2005/8/layout/vList2"/>
    <dgm:cxn modelId="{82CB82BB-01E1-4F69-BE93-7C51CE9A9C24}" type="presOf" srcId="{2202F4F4-CEB6-43D7-ADFF-2CA6D4A05D3D}" destId="{8235BDF7-0320-43B9-A3E0-F4BAEE623783}" srcOrd="0" destOrd="0" presId="urn:microsoft.com/office/officeart/2005/8/layout/vList2"/>
    <dgm:cxn modelId="{C658C4C2-7E64-4BD1-9675-5A3133E8A447}" srcId="{2531525F-8E5F-4D09-AA8C-3CE052B24B73}" destId="{45E3D317-DF35-4756-B637-7940C3975A61}" srcOrd="1" destOrd="0" parTransId="{28BFCF36-4120-4441-8441-5B0C9DDDDBFB}" sibTransId="{52FB9CAD-5CD5-4CD9-83FE-367F2AAE49B2}"/>
    <dgm:cxn modelId="{BBD821C7-D3D9-4C5A-8A7B-021733D2A8CA}" type="presOf" srcId="{CC2F8632-0EE3-45A7-8267-18B9B04C9F4E}" destId="{FF6517B3-AB67-431C-97E3-7DAD46736112}" srcOrd="0" destOrd="0" presId="urn:microsoft.com/office/officeart/2005/8/layout/vList2"/>
    <dgm:cxn modelId="{09EA28CF-7A76-400E-A4BC-2D38290C9038}" srcId="{57DF410D-FCD5-4D4C-8B05-1B9CCFCC1925}" destId="{498DE499-B771-427C-8D2C-CC18DA824932}" srcOrd="0" destOrd="0" parTransId="{12E0DC9A-C717-47F0-A3B7-281739AB96BB}" sibTransId="{3F9E6E54-E79B-4C88-AEB1-A2F3466B43DB}"/>
    <dgm:cxn modelId="{00A492E9-8534-4981-A97C-33396EB51391}" type="presOf" srcId="{5A33D038-0F49-4F2D-B2EF-17F727EAE356}" destId="{9CE7D12D-A64F-41E0-802E-8123D23C3C48}" srcOrd="0" destOrd="1" presId="urn:microsoft.com/office/officeart/2005/8/layout/vList2"/>
    <dgm:cxn modelId="{65C7DBF2-279E-4C55-AC05-C86B23D3350F}" type="presOf" srcId="{41E2BEFA-A359-4ECC-8D07-F3E4DC1082E7}" destId="{9CE7D12D-A64F-41E0-802E-8123D23C3C48}" srcOrd="0" destOrd="0" presId="urn:microsoft.com/office/officeart/2005/8/layout/vList2"/>
    <dgm:cxn modelId="{9108D917-762F-4357-9AFD-1590F0EFA88E}" type="presParOf" srcId="{62DCD863-2647-43A1-911C-BCCEC6A36616}" destId="{C3CD300B-A3F5-4985-B7F3-137C848EE5CD}" srcOrd="0" destOrd="0" presId="urn:microsoft.com/office/officeart/2005/8/layout/vList2"/>
    <dgm:cxn modelId="{6924A986-185D-4C69-A8F3-1D4CE6E0DE04}" type="presParOf" srcId="{62DCD863-2647-43A1-911C-BCCEC6A36616}" destId="{FF6517B3-AB67-431C-97E3-7DAD46736112}" srcOrd="1" destOrd="0" presId="urn:microsoft.com/office/officeart/2005/8/layout/vList2"/>
    <dgm:cxn modelId="{560DB2B8-A4D1-4A2F-948D-64011902E0D4}" type="presParOf" srcId="{62DCD863-2647-43A1-911C-BCCEC6A36616}" destId="{A4D0422F-21A9-4ED1-A0B8-36963C1E6F7A}" srcOrd="2" destOrd="0" presId="urn:microsoft.com/office/officeart/2005/8/layout/vList2"/>
    <dgm:cxn modelId="{79FC7E3C-0172-4A8D-92BC-49E205775432}" type="presParOf" srcId="{62DCD863-2647-43A1-911C-BCCEC6A36616}" destId="{9CE7D12D-A64F-41E0-802E-8123D23C3C48}" srcOrd="3" destOrd="0" presId="urn:microsoft.com/office/officeart/2005/8/layout/vList2"/>
    <dgm:cxn modelId="{6B76EF20-1314-4C19-9341-F6ABAAF325D7}" type="presParOf" srcId="{62DCD863-2647-43A1-911C-BCCEC6A36616}" destId="{61C14D11-48D4-4789-9917-023E12BC17A0}" srcOrd="4" destOrd="0" presId="urn:microsoft.com/office/officeart/2005/8/layout/vList2"/>
    <dgm:cxn modelId="{BD509D88-462A-45A0-A931-A31050DF23EA}" type="presParOf" srcId="{62DCD863-2647-43A1-911C-BCCEC6A36616}" destId="{8235BDF7-0320-43B9-A3E0-F4BAEE623783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57DF410D-FCD5-4D4C-8B05-1B9CCFCC192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a-DK"/>
        </a:p>
      </dgm:t>
    </dgm:pt>
    <dgm:pt modelId="{498DE499-B771-427C-8D2C-CC18DA824932}">
      <dgm:prSet/>
      <dgm:spPr/>
      <dgm:t>
        <a:bodyPr/>
        <a:lstStyle/>
        <a:p>
          <a:r>
            <a:rPr lang="en-GB" b="1" dirty="0"/>
            <a:t>Input</a:t>
          </a:r>
          <a:r>
            <a:rPr lang="en-GB" dirty="0"/>
            <a:t>:</a:t>
          </a:r>
          <a:endParaRPr lang="da-DK" dirty="0"/>
        </a:p>
      </dgm:t>
    </dgm:pt>
    <dgm:pt modelId="{12E0DC9A-C717-47F0-A3B7-281739AB96BB}" type="parTrans" cxnId="{09EA28CF-7A76-400E-A4BC-2D38290C9038}">
      <dgm:prSet/>
      <dgm:spPr/>
      <dgm:t>
        <a:bodyPr/>
        <a:lstStyle/>
        <a:p>
          <a:endParaRPr lang="da-DK"/>
        </a:p>
      </dgm:t>
    </dgm:pt>
    <dgm:pt modelId="{3F9E6E54-E79B-4C88-AEB1-A2F3466B43DB}" type="sibTrans" cxnId="{09EA28CF-7A76-400E-A4BC-2D38290C9038}">
      <dgm:prSet/>
      <dgm:spPr/>
      <dgm:t>
        <a:bodyPr/>
        <a:lstStyle/>
        <a:p>
          <a:endParaRPr lang="da-DK"/>
        </a:p>
      </dgm:t>
    </dgm:pt>
    <dgm:pt modelId="{CC2F8632-0EE3-45A7-8267-18B9B04C9F4E}">
      <dgm:prSet custT="1"/>
      <dgm:spPr>
        <a:blipFill>
          <a:blip xmlns:r="http://schemas.openxmlformats.org/officeDocument/2006/relationships" r:embed="rId1"/>
          <a:stretch>
            <a:fillRect t="-3889" b="-2222"/>
          </a:stretch>
        </a:blipFill>
      </dgm:spPr>
      <dgm:t>
        <a:bodyPr/>
        <a:lstStyle/>
        <a:p>
          <a:r>
            <a:rPr lang="da-DK">
              <a:noFill/>
            </a:rPr>
            <a:t> </a:t>
          </a:r>
        </a:p>
      </dgm:t>
    </dgm:pt>
    <dgm:pt modelId="{D115F400-7A76-4A95-9E15-EA19E7EE0432}" type="parTrans" cxnId="{341FD13C-7AE7-4533-9337-28C82E47777B}">
      <dgm:prSet/>
      <dgm:spPr/>
      <dgm:t>
        <a:bodyPr/>
        <a:lstStyle/>
        <a:p>
          <a:endParaRPr lang="da-DK"/>
        </a:p>
      </dgm:t>
    </dgm:pt>
    <dgm:pt modelId="{FB316056-1294-49AD-8256-5DABDD19C692}" type="sibTrans" cxnId="{341FD13C-7AE7-4533-9337-28C82E47777B}">
      <dgm:prSet/>
      <dgm:spPr/>
      <dgm:t>
        <a:bodyPr/>
        <a:lstStyle/>
        <a:p>
          <a:endParaRPr lang="da-DK"/>
        </a:p>
      </dgm:t>
    </dgm:pt>
    <dgm:pt modelId="{9D56C200-E3A5-4929-B8A0-EA66A39D3A99}">
      <dgm:prSet custT="1"/>
      <dgm:spPr/>
      <dgm:t>
        <a:bodyPr/>
        <a:lstStyle/>
        <a:p>
          <a:r>
            <a:rPr lang="da-DK">
              <a:noFill/>
            </a:rPr>
            <a:t> </a:t>
          </a:r>
        </a:p>
      </dgm:t>
    </dgm:pt>
    <dgm:pt modelId="{8716A106-3538-463F-A2C9-32A53C12060C}" type="parTrans" cxnId="{52EE6B12-AA9A-4EC1-9ADC-62833BC4EF10}">
      <dgm:prSet/>
      <dgm:spPr/>
      <dgm:t>
        <a:bodyPr/>
        <a:lstStyle/>
        <a:p>
          <a:endParaRPr lang="da-DK"/>
        </a:p>
      </dgm:t>
    </dgm:pt>
    <dgm:pt modelId="{4ED4E16C-F457-43C5-B152-2701CBA6D31C}" type="sibTrans" cxnId="{52EE6B12-AA9A-4EC1-9ADC-62833BC4EF10}">
      <dgm:prSet/>
      <dgm:spPr/>
      <dgm:t>
        <a:bodyPr/>
        <a:lstStyle/>
        <a:p>
          <a:endParaRPr lang="da-DK"/>
        </a:p>
      </dgm:t>
    </dgm:pt>
    <dgm:pt modelId="{87EF3FED-477A-4635-B7F6-A79480F8D418}">
      <dgm:prSet custT="1"/>
      <dgm:spPr/>
      <dgm:t>
        <a:bodyPr/>
        <a:lstStyle/>
        <a:p>
          <a:r>
            <a:rPr lang="da-DK">
              <a:noFill/>
            </a:rPr>
            <a:t> </a:t>
          </a:r>
        </a:p>
      </dgm:t>
    </dgm:pt>
    <dgm:pt modelId="{4E41EC26-EE69-4A7C-81CD-E6CBA7848E31}" type="parTrans" cxnId="{0F141F9B-114F-4DC5-B170-A5409E4DF301}">
      <dgm:prSet/>
      <dgm:spPr/>
      <dgm:t>
        <a:bodyPr/>
        <a:lstStyle/>
        <a:p>
          <a:endParaRPr lang="da-DK"/>
        </a:p>
      </dgm:t>
    </dgm:pt>
    <dgm:pt modelId="{723F1575-3406-4372-AD86-5E2589DBE771}" type="sibTrans" cxnId="{0F141F9B-114F-4DC5-B170-A5409E4DF301}">
      <dgm:prSet/>
      <dgm:spPr/>
      <dgm:t>
        <a:bodyPr/>
        <a:lstStyle/>
        <a:p>
          <a:endParaRPr lang="da-DK"/>
        </a:p>
      </dgm:t>
    </dgm:pt>
    <dgm:pt modelId="{3949F510-FFE1-4E99-A6EE-F1C36A8F2CE3}">
      <dgm:prSet/>
      <dgm:spPr/>
      <dgm:t>
        <a:bodyPr/>
        <a:lstStyle/>
        <a:p>
          <a:r>
            <a:rPr lang="da-DK" b="1" dirty="0"/>
            <a:t>Run </a:t>
          </a:r>
          <a:r>
            <a:rPr lang="da-DK" b="1" dirty="0" err="1"/>
            <a:t>Algorithm</a:t>
          </a:r>
          <a:r>
            <a:rPr lang="da-DK" dirty="0"/>
            <a:t>: </a:t>
          </a:r>
          <a:r>
            <a:rPr lang="da-DK" dirty="0" err="1"/>
            <a:t>Two</a:t>
          </a:r>
          <a:r>
            <a:rPr lang="da-DK" dirty="0"/>
            <a:t> </a:t>
          </a:r>
          <a:r>
            <a:rPr lang="da-DK" dirty="0" err="1"/>
            <a:t>stoping</a:t>
          </a:r>
          <a:r>
            <a:rPr lang="da-DK" dirty="0"/>
            <a:t> </a:t>
          </a:r>
          <a:r>
            <a:rPr lang="da-DK" dirty="0" err="1"/>
            <a:t>conditions</a:t>
          </a:r>
          <a:endParaRPr lang="da-DK" dirty="0"/>
        </a:p>
      </dgm:t>
    </dgm:pt>
    <dgm:pt modelId="{C5CE53B5-BA66-4BCC-855B-40FD3B2B0AB1}" type="parTrans" cxnId="{73463E5E-447A-490A-B28D-F203EE96402A}">
      <dgm:prSet/>
      <dgm:spPr/>
      <dgm:t>
        <a:bodyPr/>
        <a:lstStyle/>
        <a:p>
          <a:endParaRPr lang="da-DK"/>
        </a:p>
      </dgm:t>
    </dgm:pt>
    <dgm:pt modelId="{7B46C4C0-161C-4F48-B471-3E8EF401C681}" type="sibTrans" cxnId="{73463E5E-447A-490A-B28D-F203EE96402A}">
      <dgm:prSet/>
      <dgm:spPr/>
      <dgm:t>
        <a:bodyPr/>
        <a:lstStyle/>
        <a:p>
          <a:endParaRPr lang="da-DK"/>
        </a:p>
      </dgm:t>
    </dgm:pt>
    <dgm:pt modelId="{41E2BEFA-A359-4ECC-8D07-F3E4DC1082E7}">
      <dgm:prSet custT="1"/>
      <dgm:spPr>
        <a:blipFill>
          <a:blip xmlns:r="http://schemas.openxmlformats.org/officeDocument/2006/relationships" r:embed="rId2"/>
          <a:stretch>
            <a:fillRect t="-7190"/>
          </a:stretch>
        </a:blipFill>
      </dgm:spPr>
      <dgm:t>
        <a:bodyPr/>
        <a:lstStyle/>
        <a:p>
          <a:r>
            <a:rPr lang="da-DK">
              <a:noFill/>
            </a:rPr>
            <a:t> </a:t>
          </a:r>
        </a:p>
      </dgm:t>
    </dgm:pt>
    <dgm:pt modelId="{FA44B480-CA2F-4531-B0EC-2F98B41F8E5B}" type="parTrans" cxnId="{5A856A8A-8CCC-4665-B266-5725730697ED}">
      <dgm:prSet/>
      <dgm:spPr/>
      <dgm:t>
        <a:bodyPr/>
        <a:lstStyle/>
        <a:p>
          <a:endParaRPr lang="da-DK"/>
        </a:p>
      </dgm:t>
    </dgm:pt>
    <dgm:pt modelId="{DE6A777F-415C-4206-97C3-EF3B24DED309}" type="sibTrans" cxnId="{5A856A8A-8CCC-4665-B266-5725730697ED}">
      <dgm:prSet/>
      <dgm:spPr/>
      <dgm:t>
        <a:bodyPr/>
        <a:lstStyle/>
        <a:p>
          <a:endParaRPr lang="da-DK"/>
        </a:p>
      </dgm:t>
    </dgm:pt>
    <dgm:pt modelId="{5A33D038-0F49-4F2D-B2EF-17F727EAE356}">
      <dgm:prSet custT="1"/>
      <dgm:spPr/>
      <dgm:t>
        <a:bodyPr/>
        <a:lstStyle/>
        <a:p>
          <a:r>
            <a:rPr lang="da-DK">
              <a:noFill/>
            </a:rPr>
            <a:t> </a:t>
          </a:r>
        </a:p>
      </dgm:t>
    </dgm:pt>
    <dgm:pt modelId="{B7E958C9-1A6D-4AE7-8B49-472801212377}" type="parTrans" cxnId="{6FC6B739-7B28-4E2F-BC47-5189DCA58785}">
      <dgm:prSet/>
      <dgm:spPr/>
      <dgm:t>
        <a:bodyPr/>
        <a:lstStyle/>
        <a:p>
          <a:endParaRPr lang="da-DK"/>
        </a:p>
      </dgm:t>
    </dgm:pt>
    <dgm:pt modelId="{576BE4C0-9126-425F-994B-2FBF30EB51A6}" type="sibTrans" cxnId="{6FC6B739-7B28-4E2F-BC47-5189DCA58785}">
      <dgm:prSet/>
      <dgm:spPr/>
      <dgm:t>
        <a:bodyPr/>
        <a:lstStyle/>
        <a:p>
          <a:endParaRPr lang="da-DK"/>
        </a:p>
      </dgm:t>
    </dgm:pt>
    <dgm:pt modelId="{2531525F-8E5F-4D09-AA8C-3CE052B24B73}">
      <dgm:prSet/>
      <dgm:spPr/>
      <dgm:t>
        <a:bodyPr/>
        <a:lstStyle/>
        <a:p>
          <a:r>
            <a:rPr lang="da-DK" b="1" dirty="0"/>
            <a:t>Returns</a:t>
          </a:r>
          <a:r>
            <a:rPr lang="da-DK" dirty="0"/>
            <a:t>:</a:t>
          </a:r>
        </a:p>
      </dgm:t>
    </dgm:pt>
    <dgm:pt modelId="{FFEE0CF3-7AF9-42A0-A3A2-5E47A4001743}" type="parTrans" cxnId="{E1A9AD74-7FE6-4AD4-9A5F-8CFDB450EF49}">
      <dgm:prSet/>
      <dgm:spPr/>
      <dgm:t>
        <a:bodyPr/>
        <a:lstStyle/>
        <a:p>
          <a:endParaRPr lang="da-DK"/>
        </a:p>
      </dgm:t>
    </dgm:pt>
    <dgm:pt modelId="{4B221DEC-F401-45D9-A673-E069DA97E081}" type="sibTrans" cxnId="{E1A9AD74-7FE6-4AD4-9A5F-8CFDB450EF49}">
      <dgm:prSet/>
      <dgm:spPr/>
      <dgm:t>
        <a:bodyPr/>
        <a:lstStyle/>
        <a:p>
          <a:endParaRPr lang="da-DK"/>
        </a:p>
      </dgm:t>
    </dgm:pt>
    <dgm:pt modelId="{2202F4F4-CEB6-43D7-ADFF-2CA6D4A05D3D}">
      <dgm:prSet custT="1"/>
      <dgm:spPr>
        <a:blipFill>
          <a:blip xmlns:r="http://schemas.openxmlformats.org/officeDocument/2006/relationships" r:embed="rId3"/>
          <a:stretch>
            <a:fillRect t="-6936" b="-4046"/>
          </a:stretch>
        </a:blipFill>
      </dgm:spPr>
      <dgm:t>
        <a:bodyPr/>
        <a:lstStyle/>
        <a:p>
          <a:r>
            <a:rPr lang="da-DK">
              <a:noFill/>
            </a:rPr>
            <a:t> </a:t>
          </a:r>
        </a:p>
      </dgm:t>
    </dgm:pt>
    <dgm:pt modelId="{4FBDB6B8-1269-4F95-9514-01C6E364807D}" type="parTrans" cxnId="{69ED2D8F-4751-4D9E-81AB-AF4F8A3D73EB}">
      <dgm:prSet/>
      <dgm:spPr/>
      <dgm:t>
        <a:bodyPr/>
        <a:lstStyle/>
        <a:p>
          <a:endParaRPr lang="da-DK"/>
        </a:p>
      </dgm:t>
    </dgm:pt>
    <dgm:pt modelId="{AF78216E-80AA-4757-92C7-C87F414E3375}" type="sibTrans" cxnId="{69ED2D8F-4751-4D9E-81AB-AF4F8A3D73EB}">
      <dgm:prSet/>
      <dgm:spPr/>
      <dgm:t>
        <a:bodyPr/>
        <a:lstStyle/>
        <a:p>
          <a:endParaRPr lang="da-DK"/>
        </a:p>
      </dgm:t>
    </dgm:pt>
    <dgm:pt modelId="{45E3D317-DF35-4756-B637-7940C3975A61}">
      <dgm:prSet custT="1"/>
      <dgm:spPr/>
      <dgm:t>
        <a:bodyPr/>
        <a:lstStyle/>
        <a:p>
          <a:r>
            <a:rPr lang="da-DK">
              <a:noFill/>
            </a:rPr>
            <a:t> </a:t>
          </a:r>
        </a:p>
      </dgm:t>
    </dgm:pt>
    <dgm:pt modelId="{28BFCF36-4120-4441-8441-5B0C9DDDDBFB}" type="parTrans" cxnId="{C658C4C2-7E64-4BD1-9675-5A3133E8A447}">
      <dgm:prSet/>
      <dgm:spPr/>
      <dgm:t>
        <a:bodyPr/>
        <a:lstStyle/>
        <a:p>
          <a:endParaRPr lang="da-DK"/>
        </a:p>
      </dgm:t>
    </dgm:pt>
    <dgm:pt modelId="{52FB9CAD-5CD5-4CD9-83FE-367F2AAE49B2}" type="sibTrans" cxnId="{C658C4C2-7E64-4BD1-9675-5A3133E8A447}">
      <dgm:prSet/>
      <dgm:spPr/>
      <dgm:t>
        <a:bodyPr/>
        <a:lstStyle/>
        <a:p>
          <a:endParaRPr lang="da-DK"/>
        </a:p>
      </dgm:t>
    </dgm:pt>
    <dgm:pt modelId="{7B5B683F-6BF8-4B3B-8008-1A50B187559C}">
      <dgm:prSet custT="1"/>
      <dgm:spPr/>
      <dgm:t>
        <a:bodyPr/>
        <a:lstStyle/>
        <a:p>
          <a:r>
            <a:rPr lang="da-DK">
              <a:noFill/>
            </a:rPr>
            <a:t> </a:t>
          </a:r>
        </a:p>
      </dgm:t>
    </dgm:pt>
    <dgm:pt modelId="{7AA8E961-CFD3-467D-AAC5-B7D175A2BF1C}" type="parTrans" cxnId="{95647899-6985-40A5-80F0-7D4D1F782697}">
      <dgm:prSet/>
      <dgm:spPr/>
      <dgm:t>
        <a:bodyPr/>
        <a:lstStyle/>
        <a:p>
          <a:endParaRPr lang="da-DK"/>
        </a:p>
      </dgm:t>
    </dgm:pt>
    <dgm:pt modelId="{89F8B3D5-CFFD-4794-817E-DB650BC2CC61}" type="sibTrans" cxnId="{95647899-6985-40A5-80F0-7D4D1F782697}">
      <dgm:prSet/>
      <dgm:spPr/>
      <dgm:t>
        <a:bodyPr/>
        <a:lstStyle/>
        <a:p>
          <a:endParaRPr lang="da-DK"/>
        </a:p>
      </dgm:t>
    </dgm:pt>
    <dgm:pt modelId="{62DCD863-2647-43A1-911C-BCCEC6A36616}" type="pres">
      <dgm:prSet presAssocID="{57DF410D-FCD5-4D4C-8B05-1B9CCFCC1925}" presName="linear" presStyleCnt="0">
        <dgm:presLayoutVars>
          <dgm:animLvl val="lvl"/>
          <dgm:resizeHandles val="exact"/>
        </dgm:presLayoutVars>
      </dgm:prSet>
      <dgm:spPr/>
    </dgm:pt>
    <dgm:pt modelId="{C3CD300B-A3F5-4985-B7F3-137C848EE5CD}" type="pres">
      <dgm:prSet presAssocID="{498DE499-B771-427C-8D2C-CC18DA82493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F6517B3-AB67-431C-97E3-7DAD46736112}" type="pres">
      <dgm:prSet presAssocID="{498DE499-B771-427C-8D2C-CC18DA824932}" presName="childText" presStyleLbl="revTx" presStyleIdx="0" presStyleCnt="3">
        <dgm:presLayoutVars>
          <dgm:bulletEnabled val="1"/>
        </dgm:presLayoutVars>
      </dgm:prSet>
      <dgm:spPr/>
    </dgm:pt>
    <dgm:pt modelId="{A4D0422F-21A9-4ED1-A0B8-36963C1E6F7A}" type="pres">
      <dgm:prSet presAssocID="{3949F510-FFE1-4E99-A6EE-F1C36A8F2CE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CE7D12D-A64F-41E0-802E-8123D23C3C48}" type="pres">
      <dgm:prSet presAssocID="{3949F510-FFE1-4E99-A6EE-F1C36A8F2CE3}" presName="childText" presStyleLbl="revTx" presStyleIdx="1" presStyleCnt="3">
        <dgm:presLayoutVars>
          <dgm:bulletEnabled val="1"/>
        </dgm:presLayoutVars>
      </dgm:prSet>
      <dgm:spPr/>
    </dgm:pt>
    <dgm:pt modelId="{61C14D11-48D4-4789-9917-023E12BC17A0}" type="pres">
      <dgm:prSet presAssocID="{2531525F-8E5F-4D09-AA8C-3CE052B24B73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8235BDF7-0320-43B9-A3E0-F4BAEE623783}" type="pres">
      <dgm:prSet presAssocID="{2531525F-8E5F-4D09-AA8C-3CE052B24B73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52EE6B12-AA9A-4EC1-9ADC-62833BC4EF10}" srcId="{498DE499-B771-427C-8D2C-CC18DA824932}" destId="{9D56C200-E3A5-4929-B8A0-EA66A39D3A99}" srcOrd="1" destOrd="0" parTransId="{8716A106-3538-463F-A2C9-32A53C12060C}" sibTransId="{4ED4E16C-F457-43C5-B152-2701CBA6D31C}"/>
    <dgm:cxn modelId="{6FC6B739-7B28-4E2F-BC47-5189DCA58785}" srcId="{3949F510-FFE1-4E99-A6EE-F1C36A8F2CE3}" destId="{5A33D038-0F49-4F2D-B2EF-17F727EAE356}" srcOrd="1" destOrd="0" parTransId="{B7E958C9-1A6D-4AE7-8B49-472801212377}" sibTransId="{576BE4C0-9126-425F-994B-2FBF30EB51A6}"/>
    <dgm:cxn modelId="{341FD13C-7AE7-4533-9337-28C82E47777B}" srcId="{498DE499-B771-427C-8D2C-CC18DA824932}" destId="{CC2F8632-0EE3-45A7-8267-18B9B04C9F4E}" srcOrd="0" destOrd="0" parTransId="{D115F400-7A76-4A95-9E15-EA19E7EE0432}" sibTransId="{FB316056-1294-49AD-8256-5DABDD19C692}"/>
    <dgm:cxn modelId="{A889C63D-80E3-49EC-B56E-62185980991A}" type="presOf" srcId="{2531525F-8E5F-4D09-AA8C-3CE052B24B73}" destId="{61C14D11-48D4-4789-9917-023E12BC17A0}" srcOrd="0" destOrd="0" presId="urn:microsoft.com/office/officeart/2005/8/layout/vList2"/>
    <dgm:cxn modelId="{73463E5E-447A-490A-B28D-F203EE96402A}" srcId="{57DF410D-FCD5-4D4C-8B05-1B9CCFCC1925}" destId="{3949F510-FFE1-4E99-A6EE-F1C36A8F2CE3}" srcOrd="1" destOrd="0" parTransId="{C5CE53B5-BA66-4BCC-855B-40FD3B2B0AB1}" sibTransId="{7B46C4C0-161C-4F48-B471-3E8EF401C681}"/>
    <dgm:cxn modelId="{A3E98646-DD3F-4225-893F-A9B449A27C9C}" type="presOf" srcId="{498DE499-B771-427C-8D2C-CC18DA824932}" destId="{C3CD300B-A3F5-4985-B7F3-137C848EE5CD}" srcOrd="0" destOrd="0" presId="urn:microsoft.com/office/officeart/2005/8/layout/vList2"/>
    <dgm:cxn modelId="{83340169-109C-4A47-8838-3B8206061DA0}" type="presOf" srcId="{7B5B683F-6BF8-4B3B-8008-1A50B187559C}" destId="{8235BDF7-0320-43B9-A3E0-F4BAEE623783}" srcOrd="0" destOrd="2" presId="urn:microsoft.com/office/officeart/2005/8/layout/vList2"/>
    <dgm:cxn modelId="{E1A9AD74-7FE6-4AD4-9A5F-8CFDB450EF49}" srcId="{57DF410D-FCD5-4D4C-8B05-1B9CCFCC1925}" destId="{2531525F-8E5F-4D09-AA8C-3CE052B24B73}" srcOrd="2" destOrd="0" parTransId="{FFEE0CF3-7AF9-42A0-A3A2-5E47A4001743}" sibTransId="{4B221DEC-F401-45D9-A673-E069DA97E081}"/>
    <dgm:cxn modelId="{70BBE675-7848-43E1-9891-1AD57C414933}" type="presOf" srcId="{87EF3FED-477A-4635-B7F6-A79480F8D418}" destId="{FF6517B3-AB67-431C-97E3-7DAD46736112}" srcOrd="0" destOrd="2" presId="urn:microsoft.com/office/officeart/2005/8/layout/vList2"/>
    <dgm:cxn modelId="{94C1E687-937C-44B4-A2FB-BB50E30B7D45}" type="presOf" srcId="{3949F510-FFE1-4E99-A6EE-F1C36A8F2CE3}" destId="{A4D0422F-21A9-4ED1-A0B8-36963C1E6F7A}" srcOrd="0" destOrd="0" presId="urn:microsoft.com/office/officeart/2005/8/layout/vList2"/>
    <dgm:cxn modelId="{5A856A8A-8CCC-4665-B266-5725730697ED}" srcId="{3949F510-FFE1-4E99-A6EE-F1C36A8F2CE3}" destId="{41E2BEFA-A359-4ECC-8D07-F3E4DC1082E7}" srcOrd="0" destOrd="0" parTransId="{FA44B480-CA2F-4531-B0EC-2F98B41F8E5B}" sibTransId="{DE6A777F-415C-4206-97C3-EF3B24DED309}"/>
    <dgm:cxn modelId="{69ED2D8F-4751-4D9E-81AB-AF4F8A3D73EB}" srcId="{2531525F-8E5F-4D09-AA8C-3CE052B24B73}" destId="{2202F4F4-CEB6-43D7-ADFF-2CA6D4A05D3D}" srcOrd="0" destOrd="0" parTransId="{4FBDB6B8-1269-4F95-9514-01C6E364807D}" sibTransId="{AF78216E-80AA-4757-92C7-C87F414E3375}"/>
    <dgm:cxn modelId="{95647899-6985-40A5-80F0-7D4D1F782697}" srcId="{2531525F-8E5F-4D09-AA8C-3CE052B24B73}" destId="{7B5B683F-6BF8-4B3B-8008-1A50B187559C}" srcOrd="2" destOrd="0" parTransId="{7AA8E961-CFD3-467D-AAC5-B7D175A2BF1C}" sibTransId="{89F8B3D5-CFFD-4794-817E-DB650BC2CC61}"/>
    <dgm:cxn modelId="{0F141F9B-114F-4DC5-B170-A5409E4DF301}" srcId="{498DE499-B771-427C-8D2C-CC18DA824932}" destId="{87EF3FED-477A-4635-B7F6-A79480F8D418}" srcOrd="2" destOrd="0" parTransId="{4E41EC26-EE69-4A7C-81CD-E6CBA7848E31}" sibTransId="{723F1575-3406-4372-AD86-5E2589DBE771}"/>
    <dgm:cxn modelId="{947ACE9B-60BD-43FC-9EBE-338EBE5CC44C}" type="presOf" srcId="{9D56C200-E3A5-4929-B8A0-EA66A39D3A99}" destId="{FF6517B3-AB67-431C-97E3-7DAD46736112}" srcOrd="0" destOrd="1" presId="urn:microsoft.com/office/officeart/2005/8/layout/vList2"/>
    <dgm:cxn modelId="{91EFCDAA-C2F5-483E-A0F5-AF29DC933454}" type="presOf" srcId="{57DF410D-FCD5-4D4C-8B05-1B9CCFCC1925}" destId="{62DCD863-2647-43A1-911C-BCCEC6A36616}" srcOrd="0" destOrd="0" presId="urn:microsoft.com/office/officeart/2005/8/layout/vList2"/>
    <dgm:cxn modelId="{EB756AAB-985B-432B-9FAA-9E10FD67F740}" type="presOf" srcId="{45E3D317-DF35-4756-B637-7940C3975A61}" destId="{8235BDF7-0320-43B9-A3E0-F4BAEE623783}" srcOrd="0" destOrd="1" presId="urn:microsoft.com/office/officeart/2005/8/layout/vList2"/>
    <dgm:cxn modelId="{82CB82BB-01E1-4F69-BE93-7C51CE9A9C24}" type="presOf" srcId="{2202F4F4-CEB6-43D7-ADFF-2CA6D4A05D3D}" destId="{8235BDF7-0320-43B9-A3E0-F4BAEE623783}" srcOrd="0" destOrd="0" presId="urn:microsoft.com/office/officeart/2005/8/layout/vList2"/>
    <dgm:cxn modelId="{C658C4C2-7E64-4BD1-9675-5A3133E8A447}" srcId="{2531525F-8E5F-4D09-AA8C-3CE052B24B73}" destId="{45E3D317-DF35-4756-B637-7940C3975A61}" srcOrd="1" destOrd="0" parTransId="{28BFCF36-4120-4441-8441-5B0C9DDDDBFB}" sibTransId="{52FB9CAD-5CD5-4CD9-83FE-367F2AAE49B2}"/>
    <dgm:cxn modelId="{BBD821C7-D3D9-4C5A-8A7B-021733D2A8CA}" type="presOf" srcId="{CC2F8632-0EE3-45A7-8267-18B9B04C9F4E}" destId="{FF6517B3-AB67-431C-97E3-7DAD46736112}" srcOrd="0" destOrd="0" presId="urn:microsoft.com/office/officeart/2005/8/layout/vList2"/>
    <dgm:cxn modelId="{09EA28CF-7A76-400E-A4BC-2D38290C9038}" srcId="{57DF410D-FCD5-4D4C-8B05-1B9CCFCC1925}" destId="{498DE499-B771-427C-8D2C-CC18DA824932}" srcOrd="0" destOrd="0" parTransId="{12E0DC9A-C717-47F0-A3B7-281739AB96BB}" sibTransId="{3F9E6E54-E79B-4C88-AEB1-A2F3466B43DB}"/>
    <dgm:cxn modelId="{00A492E9-8534-4981-A97C-33396EB51391}" type="presOf" srcId="{5A33D038-0F49-4F2D-B2EF-17F727EAE356}" destId="{9CE7D12D-A64F-41E0-802E-8123D23C3C48}" srcOrd="0" destOrd="1" presId="urn:microsoft.com/office/officeart/2005/8/layout/vList2"/>
    <dgm:cxn modelId="{65C7DBF2-279E-4C55-AC05-C86B23D3350F}" type="presOf" srcId="{41E2BEFA-A359-4ECC-8D07-F3E4DC1082E7}" destId="{9CE7D12D-A64F-41E0-802E-8123D23C3C48}" srcOrd="0" destOrd="0" presId="urn:microsoft.com/office/officeart/2005/8/layout/vList2"/>
    <dgm:cxn modelId="{9108D917-762F-4357-9AFD-1590F0EFA88E}" type="presParOf" srcId="{62DCD863-2647-43A1-911C-BCCEC6A36616}" destId="{C3CD300B-A3F5-4985-B7F3-137C848EE5CD}" srcOrd="0" destOrd="0" presId="urn:microsoft.com/office/officeart/2005/8/layout/vList2"/>
    <dgm:cxn modelId="{6924A986-185D-4C69-A8F3-1D4CE6E0DE04}" type="presParOf" srcId="{62DCD863-2647-43A1-911C-BCCEC6A36616}" destId="{FF6517B3-AB67-431C-97E3-7DAD46736112}" srcOrd="1" destOrd="0" presId="urn:microsoft.com/office/officeart/2005/8/layout/vList2"/>
    <dgm:cxn modelId="{560DB2B8-A4D1-4A2F-948D-64011902E0D4}" type="presParOf" srcId="{62DCD863-2647-43A1-911C-BCCEC6A36616}" destId="{A4D0422F-21A9-4ED1-A0B8-36963C1E6F7A}" srcOrd="2" destOrd="0" presId="urn:microsoft.com/office/officeart/2005/8/layout/vList2"/>
    <dgm:cxn modelId="{79FC7E3C-0172-4A8D-92BC-49E205775432}" type="presParOf" srcId="{62DCD863-2647-43A1-911C-BCCEC6A36616}" destId="{9CE7D12D-A64F-41E0-802E-8123D23C3C48}" srcOrd="3" destOrd="0" presId="urn:microsoft.com/office/officeart/2005/8/layout/vList2"/>
    <dgm:cxn modelId="{6B76EF20-1314-4C19-9341-F6ABAAF325D7}" type="presParOf" srcId="{62DCD863-2647-43A1-911C-BCCEC6A36616}" destId="{61C14D11-48D4-4789-9917-023E12BC17A0}" srcOrd="4" destOrd="0" presId="urn:microsoft.com/office/officeart/2005/8/layout/vList2"/>
    <dgm:cxn modelId="{BD509D88-462A-45A0-A931-A31050DF23EA}" type="presParOf" srcId="{62DCD863-2647-43A1-911C-BCCEC6A36616}" destId="{8235BDF7-0320-43B9-A3E0-F4BAEE623783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8845CF80-C201-4E3A-A900-CB8502D768B0}" type="doc">
      <dgm:prSet loTypeId="urn:microsoft.com/office/officeart/2005/8/layout/target3" loCatId="relationship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da-DK"/>
        </a:p>
      </dgm:t>
    </dgm:pt>
    <dgm:pt modelId="{99B70553-59B1-43D6-8A1A-6A61A2115A7E}">
      <dgm:prSet/>
      <dgm:spPr/>
      <dgm:t>
        <a:bodyPr/>
        <a:lstStyle/>
        <a:p>
          <a:r>
            <a:rPr lang="en-GB" b="1" dirty="0"/>
            <a:t>Benchmarking simulation parameters </a:t>
          </a:r>
          <a:r>
            <a:rPr lang="en-GB" dirty="0"/>
            <a:t>(</a:t>
          </a:r>
          <a:r>
            <a:rPr lang="en-GB" i="1" dirty="0" err="1"/>
            <a:t>benchmark_nb.ipynb</a:t>
          </a:r>
          <a:r>
            <a:rPr lang="en-GB" dirty="0"/>
            <a:t>)</a:t>
          </a:r>
          <a:endParaRPr lang="da-DK" dirty="0"/>
        </a:p>
      </dgm:t>
    </dgm:pt>
    <dgm:pt modelId="{0CB5996A-882E-4771-91BD-688618D2DCD9}" type="parTrans" cxnId="{B62A64D3-EA5D-4EA2-BE31-773F3BF6E2DA}">
      <dgm:prSet/>
      <dgm:spPr/>
      <dgm:t>
        <a:bodyPr/>
        <a:lstStyle/>
        <a:p>
          <a:endParaRPr lang="da-DK"/>
        </a:p>
      </dgm:t>
    </dgm:pt>
    <dgm:pt modelId="{3A3AE2C4-5DBD-4FD1-9A73-6195F92F65D4}" type="sibTrans" cxnId="{B62A64D3-EA5D-4EA2-BE31-773F3BF6E2DA}">
      <dgm:prSet/>
      <dgm:spPr/>
      <dgm:t>
        <a:bodyPr/>
        <a:lstStyle/>
        <a:p>
          <a:endParaRPr lang="da-DK"/>
        </a:p>
      </dgm:t>
    </dgm:pt>
    <dgm:pt modelId="{1011E16C-78C8-4D68-B73C-D6568E0F1BA5}">
      <dgm:prSet/>
      <dgm:spPr/>
      <dgm:t>
        <a:bodyPr/>
        <a:lstStyle/>
        <a:p>
          <a:r>
            <a:rPr lang="en-GB" dirty="0"/>
            <a:t>Test different parameters to see how the algorithm behaves:</a:t>
          </a:r>
          <a:endParaRPr lang="da-DK" dirty="0"/>
        </a:p>
      </dgm:t>
    </dgm:pt>
    <dgm:pt modelId="{1F2F3380-D8F2-4E19-A046-E864268EC196}" type="parTrans" cxnId="{136C80F7-3117-4028-BD32-CD881CAF31BD}">
      <dgm:prSet/>
      <dgm:spPr/>
      <dgm:t>
        <a:bodyPr/>
        <a:lstStyle/>
        <a:p>
          <a:endParaRPr lang="da-DK"/>
        </a:p>
      </dgm:t>
    </dgm:pt>
    <dgm:pt modelId="{4CF6370C-19ED-4558-A5F9-91C42386B704}" type="sibTrans" cxnId="{136C80F7-3117-4028-BD32-CD881CAF31BD}">
      <dgm:prSet/>
      <dgm:spPr/>
      <dgm:t>
        <a:bodyPr/>
        <a:lstStyle/>
        <a:p>
          <a:endParaRPr lang="da-DK"/>
        </a:p>
      </dgm:t>
    </dgm:pt>
    <dgm:pt modelId="{647995FF-FB8A-4DF7-8E4D-AD599D41CE01}">
      <dgm:prSet/>
      <dgm:spPr/>
      <dgm:t>
        <a:bodyPr/>
        <a:lstStyle/>
        <a:p>
          <a:r>
            <a:rPr lang="en-GB" dirty="0"/>
            <a:t>Target states</a:t>
          </a:r>
          <a:endParaRPr lang="da-DK" dirty="0"/>
        </a:p>
      </dgm:t>
    </dgm:pt>
    <dgm:pt modelId="{1691024B-EAE5-4707-A7B8-F8BA17B59EC3}" type="parTrans" cxnId="{B36252A7-FE40-45C0-8AE0-61C0A9DBBBAE}">
      <dgm:prSet/>
      <dgm:spPr/>
      <dgm:t>
        <a:bodyPr/>
        <a:lstStyle/>
        <a:p>
          <a:endParaRPr lang="da-DK"/>
        </a:p>
      </dgm:t>
    </dgm:pt>
    <dgm:pt modelId="{1975B7FE-703B-49A9-B359-67926F67600C}" type="sibTrans" cxnId="{B36252A7-FE40-45C0-8AE0-61C0A9DBBBAE}">
      <dgm:prSet/>
      <dgm:spPr/>
      <dgm:t>
        <a:bodyPr/>
        <a:lstStyle/>
        <a:p>
          <a:endParaRPr lang="da-DK"/>
        </a:p>
      </dgm:t>
    </dgm:pt>
    <dgm:pt modelId="{E76C1ABD-5754-4D11-BA48-1F12275CB947}">
      <dgm:prSet/>
      <dgm:spPr/>
      <dgm:t>
        <a:bodyPr/>
        <a:lstStyle/>
        <a:p>
          <a:r>
            <a:rPr lang="en-GB" dirty="0"/>
            <a:t>Binning (play with </a:t>
          </a:r>
          <a:r>
            <a:rPr lang="en-GB" dirty="0" err="1"/>
            <a:t>n_b</a:t>
          </a:r>
          <a:r>
            <a:rPr lang="en-GB" dirty="0"/>
            <a:t>)</a:t>
          </a:r>
          <a:endParaRPr lang="da-DK" dirty="0"/>
        </a:p>
      </dgm:t>
    </dgm:pt>
    <dgm:pt modelId="{471E6F91-8255-435E-8CD9-3AD157CEE50E}" type="parTrans" cxnId="{11A0B7A9-D04D-4EAD-9572-1011C9C5EA4F}">
      <dgm:prSet/>
      <dgm:spPr/>
      <dgm:t>
        <a:bodyPr/>
        <a:lstStyle/>
        <a:p>
          <a:endParaRPr lang="da-DK"/>
        </a:p>
      </dgm:t>
    </dgm:pt>
    <dgm:pt modelId="{B27001BC-0E51-4E43-B91F-A9F036181086}" type="sibTrans" cxnId="{11A0B7A9-D04D-4EAD-9572-1011C9C5EA4F}">
      <dgm:prSet/>
      <dgm:spPr/>
      <dgm:t>
        <a:bodyPr/>
        <a:lstStyle/>
        <a:p>
          <a:endParaRPr lang="da-DK"/>
        </a:p>
      </dgm:t>
    </dgm:pt>
    <dgm:pt modelId="{041F6D5A-650E-448C-94E6-4CB296543B3D}">
      <dgm:prSet/>
      <dgm:spPr/>
      <dgm:t>
        <a:bodyPr/>
        <a:lstStyle/>
        <a:p>
          <a:r>
            <a:rPr lang="en-GB" dirty="0"/>
            <a:t>Samples (play with </a:t>
          </a:r>
          <a:r>
            <a:rPr lang="en-GB" dirty="0" err="1"/>
            <a:t>n_a</a:t>
          </a:r>
          <a:r>
            <a:rPr lang="en-GB" dirty="0"/>
            <a:t> and </a:t>
          </a:r>
          <a:r>
            <a:rPr lang="en-GB" dirty="0" err="1"/>
            <a:t>n_theta</a:t>
          </a:r>
          <a:r>
            <a:rPr lang="en-GB" dirty="0"/>
            <a:t>)</a:t>
          </a:r>
          <a:endParaRPr lang="da-DK" dirty="0"/>
        </a:p>
      </dgm:t>
    </dgm:pt>
    <dgm:pt modelId="{98D09FD8-9C4A-4D98-BE83-A46B8F89072A}" type="parTrans" cxnId="{0B26A904-2800-41EA-AF8E-AC26268168C4}">
      <dgm:prSet/>
      <dgm:spPr/>
      <dgm:t>
        <a:bodyPr/>
        <a:lstStyle/>
        <a:p>
          <a:endParaRPr lang="da-DK"/>
        </a:p>
      </dgm:t>
    </dgm:pt>
    <dgm:pt modelId="{D60D8096-86CA-4097-874F-108AC1C6628E}" type="sibTrans" cxnId="{0B26A904-2800-41EA-AF8E-AC26268168C4}">
      <dgm:prSet/>
      <dgm:spPr/>
      <dgm:t>
        <a:bodyPr/>
        <a:lstStyle/>
        <a:p>
          <a:endParaRPr lang="da-DK"/>
        </a:p>
      </dgm:t>
    </dgm:pt>
    <dgm:pt modelId="{BA369F24-9B21-4676-A607-633208AED1F5}">
      <dgm:prSet/>
      <dgm:spPr/>
      <dgm:t>
        <a:bodyPr/>
        <a:lstStyle/>
        <a:p>
          <a:r>
            <a:rPr lang="da-DK" b="1" dirty="0"/>
            <a:t>Interactive running of the </a:t>
          </a:r>
          <a:r>
            <a:rPr lang="da-DK" b="1" dirty="0" err="1"/>
            <a:t>algorithm</a:t>
          </a:r>
          <a:r>
            <a:rPr lang="da-DK" b="1" dirty="0"/>
            <a:t> </a:t>
          </a:r>
          <a:r>
            <a:rPr lang="da-DK" dirty="0"/>
            <a:t>(</a:t>
          </a:r>
          <a:r>
            <a:rPr lang="da-DK" i="1" dirty="0" err="1"/>
            <a:t>interactive.ipynb</a:t>
          </a:r>
          <a:r>
            <a:rPr lang="da-DK" dirty="0"/>
            <a:t>)</a:t>
          </a:r>
        </a:p>
      </dgm:t>
    </dgm:pt>
    <dgm:pt modelId="{649F10FB-9456-41EA-BC7F-B68E54A1A0CA}" type="parTrans" cxnId="{061E5350-4B07-472C-A2BD-495CA8759ECA}">
      <dgm:prSet/>
      <dgm:spPr/>
      <dgm:t>
        <a:bodyPr/>
        <a:lstStyle/>
        <a:p>
          <a:endParaRPr lang="da-DK"/>
        </a:p>
      </dgm:t>
    </dgm:pt>
    <dgm:pt modelId="{2EC507CE-0584-4833-8179-2B8DF067E4F2}" type="sibTrans" cxnId="{061E5350-4B07-472C-A2BD-495CA8759ECA}">
      <dgm:prSet/>
      <dgm:spPr/>
      <dgm:t>
        <a:bodyPr/>
        <a:lstStyle/>
        <a:p>
          <a:endParaRPr lang="da-DK"/>
        </a:p>
      </dgm:t>
    </dgm:pt>
    <dgm:pt modelId="{BAA47110-B0E4-46B5-9629-E04D3362B676}">
      <dgm:prSet/>
      <dgm:spPr/>
      <dgm:t>
        <a:bodyPr/>
        <a:lstStyle/>
        <a:p>
          <a:r>
            <a:rPr lang="da-DK" dirty="0"/>
            <a:t>Select </a:t>
          </a:r>
          <a:r>
            <a:rPr lang="da-DK" dirty="0" err="1"/>
            <a:t>different</a:t>
          </a:r>
          <a:r>
            <a:rPr lang="da-DK" dirty="0"/>
            <a:t> </a:t>
          </a:r>
          <a:r>
            <a:rPr lang="da-DK" dirty="0" err="1"/>
            <a:t>target</a:t>
          </a:r>
          <a:r>
            <a:rPr lang="da-DK" dirty="0"/>
            <a:t> </a:t>
          </a:r>
          <a:r>
            <a:rPr lang="da-DK" dirty="0" err="1"/>
            <a:t>states</a:t>
          </a:r>
          <a:r>
            <a:rPr lang="da-DK" dirty="0"/>
            <a:t> and </a:t>
          </a:r>
          <a:r>
            <a:rPr lang="da-DK" dirty="0" err="1"/>
            <a:t>play</a:t>
          </a:r>
          <a:r>
            <a:rPr lang="da-DK" dirty="0"/>
            <a:t> with the sampling and </a:t>
          </a:r>
          <a:r>
            <a:rPr lang="da-DK" dirty="0" err="1"/>
            <a:t>algorithm</a:t>
          </a:r>
          <a:r>
            <a:rPr lang="da-DK" dirty="0"/>
            <a:t> parameters</a:t>
          </a:r>
        </a:p>
      </dgm:t>
    </dgm:pt>
    <dgm:pt modelId="{713C13D2-14B6-438A-8245-AB601D36611A}" type="parTrans" cxnId="{3F3CBD77-F344-4944-B852-FB602697559F}">
      <dgm:prSet/>
      <dgm:spPr/>
      <dgm:t>
        <a:bodyPr/>
        <a:lstStyle/>
        <a:p>
          <a:endParaRPr lang="da-DK"/>
        </a:p>
      </dgm:t>
    </dgm:pt>
    <dgm:pt modelId="{9F6F6B08-FCF0-402B-BF75-2139F4AC4F8D}" type="sibTrans" cxnId="{3F3CBD77-F344-4944-B852-FB602697559F}">
      <dgm:prSet/>
      <dgm:spPr/>
      <dgm:t>
        <a:bodyPr/>
        <a:lstStyle/>
        <a:p>
          <a:endParaRPr lang="da-DK"/>
        </a:p>
      </dgm:t>
    </dgm:pt>
    <dgm:pt modelId="{BDAE666C-501B-4247-80E0-24A20A2E29B2}" type="pres">
      <dgm:prSet presAssocID="{8845CF80-C201-4E3A-A900-CB8502D768B0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418D6DE3-95EA-419F-B002-A250C12445E8}" type="pres">
      <dgm:prSet presAssocID="{99B70553-59B1-43D6-8A1A-6A61A2115A7E}" presName="circle1" presStyleLbl="node1" presStyleIdx="0" presStyleCnt="2"/>
      <dgm:spPr/>
    </dgm:pt>
    <dgm:pt modelId="{EEBFFCA4-54A1-4DAA-824F-36492FB19F49}" type="pres">
      <dgm:prSet presAssocID="{99B70553-59B1-43D6-8A1A-6A61A2115A7E}" presName="space" presStyleCnt="0"/>
      <dgm:spPr/>
    </dgm:pt>
    <dgm:pt modelId="{DFF7CC95-B8A2-4E12-89EF-D05BC1749D8B}" type="pres">
      <dgm:prSet presAssocID="{99B70553-59B1-43D6-8A1A-6A61A2115A7E}" presName="rect1" presStyleLbl="alignAcc1" presStyleIdx="0" presStyleCnt="2"/>
      <dgm:spPr/>
    </dgm:pt>
    <dgm:pt modelId="{BE74788E-6241-47EB-A1A6-5283D91F5647}" type="pres">
      <dgm:prSet presAssocID="{BA369F24-9B21-4676-A607-633208AED1F5}" presName="vertSpace2" presStyleLbl="node1" presStyleIdx="0" presStyleCnt="2"/>
      <dgm:spPr/>
    </dgm:pt>
    <dgm:pt modelId="{243793E3-BD86-4DE1-973A-80DFB5DC3556}" type="pres">
      <dgm:prSet presAssocID="{BA369F24-9B21-4676-A607-633208AED1F5}" presName="circle2" presStyleLbl="node1" presStyleIdx="1" presStyleCnt="2"/>
      <dgm:spPr/>
    </dgm:pt>
    <dgm:pt modelId="{DA0695DE-1002-4E95-B695-5BB17691B9DD}" type="pres">
      <dgm:prSet presAssocID="{BA369F24-9B21-4676-A607-633208AED1F5}" presName="rect2" presStyleLbl="alignAcc1" presStyleIdx="1" presStyleCnt="2"/>
      <dgm:spPr/>
    </dgm:pt>
    <dgm:pt modelId="{53BA7502-1ED3-4C0C-B009-B135E648691F}" type="pres">
      <dgm:prSet presAssocID="{99B70553-59B1-43D6-8A1A-6A61A2115A7E}" presName="rect1ParTx" presStyleLbl="alignAcc1" presStyleIdx="1" presStyleCnt="2">
        <dgm:presLayoutVars>
          <dgm:chMax val="1"/>
          <dgm:bulletEnabled val="1"/>
        </dgm:presLayoutVars>
      </dgm:prSet>
      <dgm:spPr/>
    </dgm:pt>
    <dgm:pt modelId="{DB6E1FB8-1C36-45CA-B527-730853EAF458}" type="pres">
      <dgm:prSet presAssocID="{99B70553-59B1-43D6-8A1A-6A61A2115A7E}" presName="rect1ChTx" presStyleLbl="alignAcc1" presStyleIdx="1" presStyleCnt="2">
        <dgm:presLayoutVars>
          <dgm:bulletEnabled val="1"/>
        </dgm:presLayoutVars>
      </dgm:prSet>
      <dgm:spPr/>
    </dgm:pt>
    <dgm:pt modelId="{41E77170-2DAD-4937-BC90-DEC6F36DC327}" type="pres">
      <dgm:prSet presAssocID="{BA369F24-9B21-4676-A607-633208AED1F5}" presName="rect2ParTx" presStyleLbl="alignAcc1" presStyleIdx="1" presStyleCnt="2">
        <dgm:presLayoutVars>
          <dgm:chMax val="1"/>
          <dgm:bulletEnabled val="1"/>
        </dgm:presLayoutVars>
      </dgm:prSet>
      <dgm:spPr/>
    </dgm:pt>
    <dgm:pt modelId="{9BA2C780-4D95-4E26-910F-558846CCE386}" type="pres">
      <dgm:prSet presAssocID="{BA369F24-9B21-4676-A607-633208AED1F5}" presName="rect2ChTx" presStyleLbl="alignAcc1" presStyleIdx="1" presStyleCnt="2">
        <dgm:presLayoutVars>
          <dgm:bulletEnabled val="1"/>
        </dgm:presLayoutVars>
      </dgm:prSet>
      <dgm:spPr/>
    </dgm:pt>
  </dgm:ptLst>
  <dgm:cxnLst>
    <dgm:cxn modelId="{0B26A904-2800-41EA-AF8E-AC26268168C4}" srcId="{1011E16C-78C8-4D68-B73C-D6568E0F1BA5}" destId="{041F6D5A-650E-448C-94E6-4CB296543B3D}" srcOrd="2" destOrd="0" parTransId="{98D09FD8-9C4A-4D98-BE83-A46B8F89072A}" sibTransId="{D60D8096-86CA-4097-874F-108AC1C6628E}"/>
    <dgm:cxn modelId="{3C865531-9222-417D-9DCE-23D40439E8D3}" type="presOf" srcId="{99B70553-59B1-43D6-8A1A-6A61A2115A7E}" destId="{53BA7502-1ED3-4C0C-B009-B135E648691F}" srcOrd="1" destOrd="0" presId="urn:microsoft.com/office/officeart/2005/8/layout/target3"/>
    <dgm:cxn modelId="{100C093F-D3C4-4916-959A-A2685E890926}" type="presOf" srcId="{041F6D5A-650E-448C-94E6-4CB296543B3D}" destId="{DB6E1FB8-1C36-45CA-B527-730853EAF458}" srcOrd="0" destOrd="3" presId="urn:microsoft.com/office/officeart/2005/8/layout/target3"/>
    <dgm:cxn modelId="{8F1C9740-1567-4E87-9C87-4C5FDB599AF0}" type="presOf" srcId="{647995FF-FB8A-4DF7-8E4D-AD599D41CE01}" destId="{DB6E1FB8-1C36-45CA-B527-730853EAF458}" srcOrd="0" destOrd="1" presId="urn:microsoft.com/office/officeart/2005/8/layout/target3"/>
    <dgm:cxn modelId="{061E5350-4B07-472C-A2BD-495CA8759ECA}" srcId="{8845CF80-C201-4E3A-A900-CB8502D768B0}" destId="{BA369F24-9B21-4676-A607-633208AED1F5}" srcOrd="1" destOrd="0" parTransId="{649F10FB-9456-41EA-BC7F-B68E54A1A0CA}" sibTransId="{2EC507CE-0584-4833-8179-2B8DF067E4F2}"/>
    <dgm:cxn modelId="{1CA07056-D74B-4789-A0A5-33B3232DFF04}" type="presOf" srcId="{BA369F24-9B21-4676-A607-633208AED1F5}" destId="{DA0695DE-1002-4E95-B695-5BB17691B9DD}" srcOrd="0" destOrd="0" presId="urn:microsoft.com/office/officeart/2005/8/layout/target3"/>
    <dgm:cxn modelId="{3F3CBD77-F344-4944-B852-FB602697559F}" srcId="{BA369F24-9B21-4676-A607-633208AED1F5}" destId="{BAA47110-B0E4-46B5-9629-E04D3362B676}" srcOrd="0" destOrd="0" parTransId="{713C13D2-14B6-438A-8245-AB601D36611A}" sibTransId="{9F6F6B08-FCF0-402B-BF75-2139F4AC4F8D}"/>
    <dgm:cxn modelId="{8C1EDB8D-D40D-44CD-B757-97A2D16E57AF}" type="presOf" srcId="{1011E16C-78C8-4D68-B73C-D6568E0F1BA5}" destId="{DB6E1FB8-1C36-45CA-B527-730853EAF458}" srcOrd="0" destOrd="0" presId="urn:microsoft.com/office/officeart/2005/8/layout/target3"/>
    <dgm:cxn modelId="{B36252A7-FE40-45C0-8AE0-61C0A9DBBBAE}" srcId="{1011E16C-78C8-4D68-B73C-D6568E0F1BA5}" destId="{647995FF-FB8A-4DF7-8E4D-AD599D41CE01}" srcOrd="0" destOrd="0" parTransId="{1691024B-EAE5-4707-A7B8-F8BA17B59EC3}" sibTransId="{1975B7FE-703B-49A9-B359-67926F67600C}"/>
    <dgm:cxn modelId="{11A0B7A9-D04D-4EAD-9572-1011C9C5EA4F}" srcId="{1011E16C-78C8-4D68-B73C-D6568E0F1BA5}" destId="{E76C1ABD-5754-4D11-BA48-1F12275CB947}" srcOrd="1" destOrd="0" parTransId="{471E6F91-8255-435E-8CD9-3AD157CEE50E}" sibTransId="{B27001BC-0E51-4E43-B91F-A9F036181086}"/>
    <dgm:cxn modelId="{FB59DDBC-682E-457C-8FE0-832CA73B0F74}" type="presOf" srcId="{99B70553-59B1-43D6-8A1A-6A61A2115A7E}" destId="{DFF7CC95-B8A2-4E12-89EF-D05BC1749D8B}" srcOrd="0" destOrd="0" presId="urn:microsoft.com/office/officeart/2005/8/layout/target3"/>
    <dgm:cxn modelId="{721E6BC5-D610-4EAD-9325-65243D1DBC2D}" type="presOf" srcId="{BA369F24-9B21-4676-A607-633208AED1F5}" destId="{41E77170-2DAD-4937-BC90-DEC6F36DC327}" srcOrd="1" destOrd="0" presId="urn:microsoft.com/office/officeart/2005/8/layout/target3"/>
    <dgm:cxn modelId="{B62A64D3-EA5D-4EA2-BE31-773F3BF6E2DA}" srcId="{8845CF80-C201-4E3A-A900-CB8502D768B0}" destId="{99B70553-59B1-43D6-8A1A-6A61A2115A7E}" srcOrd="0" destOrd="0" parTransId="{0CB5996A-882E-4771-91BD-688618D2DCD9}" sibTransId="{3A3AE2C4-5DBD-4FD1-9A73-6195F92F65D4}"/>
    <dgm:cxn modelId="{050F30E3-5FEF-4A74-9073-494C0777926A}" type="presOf" srcId="{BAA47110-B0E4-46B5-9629-E04D3362B676}" destId="{9BA2C780-4D95-4E26-910F-558846CCE386}" srcOrd="0" destOrd="0" presId="urn:microsoft.com/office/officeart/2005/8/layout/target3"/>
    <dgm:cxn modelId="{136C80F7-3117-4028-BD32-CD881CAF31BD}" srcId="{99B70553-59B1-43D6-8A1A-6A61A2115A7E}" destId="{1011E16C-78C8-4D68-B73C-D6568E0F1BA5}" srcOrd="0" destOrd="0" parTransId="{1F2F3380-D8F2-4E19-A046-E864268EC196}" sibTransId="{4CF6370C-19ED-4558-A5F9-91C42386B704}"/>
    <dgm:cxn modelId="{D49311FC-D631-4CA8-BAA9-10CC4DBC6409}" type="presOf" srcId="{E76C1ABD-5754-4D11-BA48-1F12275CB947}" destId="{DB6E1FB8-1C36-45CA-B527-730853EAF458}" srcOrd="0" destOrd="2" presId="urn:microsoft.com/office/officeart/2005/8/layout/target3"/>
    <dgm:cxn modelId="{DF023AFD-A469-466E-8A98-0E8F63379F26}" type="presOf" srcId="{8845CF80-C201-4E3A-A900-CB8502D768B0}" destId="{BDAE666C-501B-4247-80E0-24A20A2E29B2}" srcOrd="0" destOrd="0" presId="urn:microsoft.com/office/officeart/2005/8/layout/target3"/>
    <dgm:cxn modelId="{0764B0F0-B4CC-4F50-9064-B7B136E21B74}" type="presParOf" srcId="{BDAE666C-501B-4247-80E0-24A20A2E29B2}" destId="{418D6DE3-95EA-419F-B002-A250C12445E8}" srcOrd="0" destOrd="0" presId="urn:microsoft.com/office/officeart/2005/8/layout/target3"/>
    <dgm:cxn modelId="{8EF2DAEE-76EB-4FEA-968F-3F18D5C1A975}" type="presParOf" srcId="{BDAE666C-501B-4247-80E0-24A20A2E29B2}" destId="{EEBFFCA4-54A1-4DAA-824F-36492FB19F49}" srcOrd="1" destOrd="0" presId="urn:microsoft.com/office/officeart/2005/8/layout/target3"/>
    <dgm:cxn modelId="{B97CCFDD-E7D3-4F0C-A1A7-54226B4DCE4F}" type="presParOf" srcId="{BDAE666C-501B-4247-80E0-24A20A2E29B2}" destId="{DFF7CC95-B8A2-4E12-89EF-D05BC1749D8B}" srcOrd="2" destOrd="0" presId="urn:microsoft.com/office/officeart/2005/8/layout/target3"/>
    <dgm:cxn modelId="{D7384459-F919-47FC-9EE9-7599E844740B}" type="presParOf" srcId="{BDAE666C-501B-4247-80E0-24A20A2E29B2}" destId="{BE74788E-6241-47EB-A1A6-5283D91F5647}" srcOrd="3" destOrd="0" presId="urn:microsoft.com/office/officeart/2005/8/layout/target3"/>
    <dgm:cxn modelId="{11F54C5D-6D18-4557-9D60-FECC2F154464}" type="presParOf" srcId="{BDAE666C-501B-4247-80E0-24A20A2E29B2}" destId="{243793E3-BD86-4DE1-973A-80DFB5DC3556}" srcOrd="4" destOrd="0" presId="urn:microsoft.com/office/officeart/2005/8/layout/target3"/>
    <dgm:cxn modelId="{201745A7-1BB4-4531-878E-E821B6E97C67}" type="presParOf" srcId="{BDAE666C-501B-4247-80E0-24A20A2E29B2}" destId="{DA0695DE-1002-4E95-B695-5BB17691B9DD}" srcOrd="5" destOrd="0" presId="urn:microsoft.com/office/officeart/2005/8/layout/target3"/>
    <dgm:cxn modelId="{FC77969B-6D3E-43DC-8A5C-E1E7077733FA}" type="presParOf" srcId="{BDAE666C-501B-4247-80E0-24A20A2E29B2}" destId="{53BA7502-1ED3-4C0C-B009-B135E648691F}" srcOrd="6" destOrd="0" presId="urn:microsoft.com/office/officeart/2005/8/layout/target3"/>
    <dgm:cxn modelId="{46D161F1-B2B6-4F12-8934-9A249DBA1476}" type="presParOf" srcId="{BDAE666C-501B-4247-80E0-24A20A2E29B2}" destId="{DB6E1FB8-1C36-45CA-B527-730853EAF458}" srcOrd="7" destOrd="0" presId="urn:microsoft.com/office/officeart/2005/8/layout/target3"/>
    <dgm:cxn modelId="{032E38D0-8734-4E70-B5B6-6967C4ADD033}" type="presParOf" srcId="{BDAE666C-501B-4247-80E0-24A20A2E29B2}" destId="{41E77170-2DAD-4937-BC90-DEC6F36DC327}" srcOrd="8" destOrd="0" presId="urn:microsoft.com/office/officeart/2005/8/layout/target3"/>
    <dgm:cxn modelId="{D95506D7-5E30-44F3-8A5F-F8F53E1CD277}" type="presParOf" srcId="{BDAE666C-501B-4247-80E0-24A20A2E29B2}" destId="{9BA2C780-4D95-4E26-910F-558846CCE386}" srcOrd="9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085C7ED8-37A7-43CF-9076-C7F087F1CC38}" type="doc">
      <dgm:prSet loTypeId="urn:microsoft.com/office/officeart/2005/8/layout/h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da-DK"/>
        </a:p>
      </dgm:t>
    </dgm:pt>
    <dgm:pt modelId="{46E1B7F2-81D4-4C9A-A64C-BE507E6434AC}">
      <dgm:prSet/>
      <dgm:spPr/>
      <dgm:t>
        <a:bodyPr/>
        <a:lstStyle/>
        <a:p>
          <a:pPr algn="l"/>
          <a:r>
            <a:rPr lang="da-DK" b="1" dirty="0" err="1"/>
            <a:t>Example</a:t>
          </a:r>
          <a:r>
            <a:rPr lang="da-DK" b="1" dirty="0"/>
            <a:t>: </a:t>
          </a:r>
          <a:r>
            <a:rPr lang="da-DK" dirty="0" err="1"/>
            <a:t>biased</a:t>
          </a:r>
          <a:r>
            <a:rPr lang="da-DK" dirty="0"/>
            <a:t> </a:t>
          </a:r>
          <a:r>
            <a:rPr lang="da-DK" dirty="0" err="1"/>
            <a:t>coin</a:t>
          </a:r>
          <a:endParaRPr lang="da-DK" dirty="0"/>
        </a:p>
      </dgm:t>
    </dgm:pt>
    <dgm:pt modelId="{E0D16118-BE55-400F-9DEB-0144B027D82B}" type="parTrans" cxnId="{60677AF7-D56B-48B7-A7FB-ABE23C429D98}">
      <dgm:prSet/>
      <dgm:spPr/>
      <dgm:t>
        <a:bodyPr/>
        <a:lstStyle/>
        <a:p>
          <a:endParaRPr lang="da-DK"/>
        </a:p>
      </dgm:t>
    </dgm:pt>
    <dgm:pt modelId="{529808FA-D66B-4DF0-847D-9A37EB1ABBC2}" type="sibTrans" cxnId="{60677AF7-D56B-48B7-A7FB-ABE23C429D98}">
      <dgm:prSet/>
      <dgm:spPr/>
      <dgm:t>
        <a:bodyPr/>
        <a:lstStyle/>
        <a:p>
          <a:endParaRPr lang="da-DK"/>
        </a:p>
      </dgm:t>
    </dgm:pt>
    <dgm:pt modelId="{8183AE42-ADCB-404D-89BE-4015236EF9D5}">
      <dgm:prSet/>
      <dgm:spPr>
        <a:blipFill>
          <a:blip xmlns:r="http://schemas.openxmlformats.org/officeDocument/2006/relationships" r:embed="rId1"/>
          <a:stretch>
            <a:fillRect l="-481"/>
          </a:stretch>
        </a:blipFill>
      </dgm:spPr>
      <dgm:t>
        <a:bodyPr/>
        <a:lstStyle/>
        <a:p>
          <a:r>
            <a:rPr lang="da-DK">
              <a:noFill/>
            </a:rPr>
            <a:t> </a:t>
          </a:r>
        </a:p>
      </dgm:t>
    </dgm:pt>
    <dgm:pt modelId="{59019AF6-1EAE-467A-A999-6C7C4C02861E}" type="parTrans" cxnId="{549AB153-DE77-49BF-B96B-21A7CB2F885A}">
      <dgm:prSet/>
      <dgm:spPr/>
      <dgm:t>
        <a:bodyPr/>
        <a:lstStyle/>
        <a:p>
          <a:endParaRPr lang="da-DK"/>
        </a:p>
      </dgm:t>
    </dgm:pt>
    <dgm:pt modelId="{4796C701-8E98-485F-8E69-D9287AAA9D2A}" type="sibTrans" cxnId="{549AB153-DE77-49BF-B96B-21A7CB2F885A}">
      <dgm:prSet/>
      <dgm:spPr/>
      <dgm:t>
        <a:bodyPr/>
        <a:lstStyle/>
        <a:p>
          <a:endParaRPr lang="da-DK"/>
        </a:p>
      </dgm:t>
    </dgm:pt>
    <dgm:pt modelId="{C96EFDD0-08D4-4335-8B69-34C550DE987B}">
      <dgm:prSet/>
      <dgm:spPr/>
      <dgm:t>
        <a:bodyPr/>
        <a:lstStyle/>
        <a:p>
          <a:r>
            <a:rPr lang="da-DK">
              <a:noFill/>
            </a:rPr>
            <a:t> </a:t>
          </a:r>
        </a:p>
      </dgm:t>
    </dgm:pt>
    <dgm:pt modelId="{D1DCE56B-7148-4BB9-9E91-89BA85A2F13D}" type="parTrans" cxnId="{54CB1B8A-6710-412E-8606-B696CE03751F}">
      <dgm:prSet/>
      <dgm:spPr/>
      <dgm:t>
        <a:bodyPr/>
        <a:lstStyle/>
        <a:p>
          <a:endParaRPr lang="da-DK"/>
        </a:p>
      </dgm:t>
    </dgm:pt>
    <dgm:pt modelId="{6398FC58-52D9-4338-8E1A-4E94A871CF37}" type="sibTrans" cxnId="{54CB1B8A-6710-412E-8606-B696CE03751F}">
      <dgm:prSet/>
      <dgm:spPr/>
      <dgm:t>
        <a:bodyPr/>
        <a:lstStyle/>
        <a:p>
          <a:endParaRPr lang="da-DK"/>
        </a:p>
      </dgm:t>
    </dgm:pt>
    <dgm:pt modelId="{19D09BC7-C896-49A8-B651-8D9E14E81E13}">
      <dgm:prSet/>
      <dgm:spPr/>
      <dgm:t>
        <a:bodyPr/>
        <a:lstStyle/>
        <a:p>
          <a:r>
            <a:rPr lang="da-DK">
              <a:noFill/>
            </a:rPr>
            <a:t> </a:t>
          </a:r>
        </a:p>
      </dgm:t>
    </dgm:pt>
    <dgm:pt modelId="{7E67E4BA-4536-44BE-8C7C-7D031F3A5F20}" type="parTrans" cxnId="{78B8AE76-333C-450C-86AD-05944D7AC345}">
      <dgm:prSet/>
      <dgm:spPr/>
      <dgm:t>
        <a:bodyPr/>
        <a:lstStyle/>
        <a:p>
          <a:endParaRPr lang="da-DK"/>
        </a:p>
      </dgm:t>
    </dgm:pt>
    <dgm:pt modelId="{D9526B25-5334-4840-A753-E95300C46C4C}" type="sibTrans" cxnId="{78B8AE76-333C-450C-86AD-05944D7AC345}">
      <dgm:prSet/>
      <dgm:spPr/>
      <dgm:t>
        <a:bodyPr/>
        <a:lstStyle/>
        <a:p>
          <a:endParaRPr lang="da-DK"/>
        </a:p>
      </dgm:t>
    </dgm:pt>
    <dgm:pt modelId="{D0609042-9BA2-40DF-B2CC-BFB82D48DCF7}" type="pres">
      <dgm:prSet presAssocID="{085C7ED8-37A7-43CF-9076-C7F087F1CC38}" presName="Name0" presStyleCnt="0">
        <dgm:presLayoutVars>
          <dgm:dir/>
          <dgm:animLvl val="lvl"/>
          <dgm:resizeHandles val="exact"/>
        </dgm:presLayoutVars>
      </dgm:prSet>
      <dgm:spPr/>
    </dgm:pt>
    <dgm:pt modelId="{0F7BB10C-DF48-4FB3-BE5A-677BF9D42C7F}" type="pres">
      <dgm:prSet presAssocID="{46E1B7F2-81D4-4C9A-A64C-BE507E6434AC}" presName="composite" presStyleCnt="0"/>
      <dgm:spPr/>
    </dgm:pt>
    <dgm:pt modelId="{1F92DEAE-86DC-456D-9F6E-2F5624BDB6D7}" type="pres">
      <dgm:prSet presAssocID="{46E1B7F2-81D4-4C9A-A64C-BE507E6434AC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02E15116-8976-4C3F-9D6F-3F5682B33FBD}" type="pres">
      <dgm:prSet presAssocID="{46E1B7F2-81D4-4C9A-A64C-BE507E6434AC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549AB153-DE77-49BF-B96B-21A7CB2F885A}" srcId="{46E1B7F2-81D4-4C9A-A64C-BE507E6434AC}" destId="{8183AE42-ADCB-404D-89BE-4015236EF9D5}" srcOrd="0" destOrd="0" parTransId="{59019AF6-1EAE-467A-A999-6C7C4C02861E}" sibTransId="{4796C701-8E98-485F-8E69-D9287AAA9D2A}"/>
    <dgm:cxn modelId="{78B8AE76-333C-450C-86AD-05944D7AC345}" srcId="{46E1B7F2-81D4-4C9A-A64C-BE507E6434AC}" destId="{19D09BC7-C896-49A8-B651-8D9E14E81E13}" srcOrd="2" destOrd="0" parTransId="{7E67E4BA-4536-44BE-8C7C-7D031F3A5F20}" sibTransId="{D9526B25-5334-4840-A753-E95300C46C4C}"/>
    <dgm:cxn modelId="{29E05983-3C87-4086-ADF2-88287DBC8419}" type="presOf" srcId="{C96EFDD0-08D4-4335-8B69-34C550DE987B}" destId="{02E15116-8976-4C3F-9D6F-3F5682B33FBD}" srcOrd="0" destOrd="1" presId="urn:microsoft.com/office/officeart/2005/8/layout/hList1"/>
    <dgm:cxn modelId="{54CB1B8A-6710-412E-8606-B696CE03751F}" srcId="{46E1B7F2-81D4-4C9A-A64C-BE507E6434AC}" destId="{C96EFDD0-08D4-4335-8B69-34C550DE987B}" srcOrd="1" destOrd="0" parTransId="{D1DCE56B-7148-4BB9-9E91-89BA85A2F13D}" sibTransId="{6398FC58-52D9-4338-8E1A-4E94A871CF37}"/>
    <dgm:cxn modelId="{9B0F73B0-E36A-4037-9236-DA86EF91F953}" type="presOf" srcId="{19D09BC7-C896-49A8-B651-8D9E14E81E13}" destId="{02E15116-8976-4C3F-9D6F-3F5682B33FBD}" srcOrd="0" destOrd="2" presId="urn:microsoft.com/office/officeart/2005/8/layout/hList1"/>
    <dgm:cxn modelId="{DE0891C2-C738-4773-956C-419F797D28F6}" type="presOf" srcId="{085C7ED8-37A7-43CF-9076-C7F087F1CC38}" destId="{D0609042-9BA2-40DF-B2CC-BFB82D48DCF7}" srcOrd="0" destOrd="0" presId="urn:microsoft.com/office/officeart/2005/8/layout/hList1"/>
    <dgm:cxn modelId="{0FA749C3-9DB8-4EB7-95DE-704158016C78}" type="presOf" srcId="{8183AE42-ADCB-404D-89BE-4015236EF9D5}" destId="{02E15116-8976-4C3F-9D6F-3F5682B33FBD}" srcOrd="0" destOrd="0" presId="urn:microsoft.com/office/officeart/2005/8/layout/hList1"/>
    <dgm:cxn modelId="{B320EDDA-8D75-4A8F-A96D-03528DCE5426}" type="presOf" srcId="{46E1B7F2-81D4-4C9A-A64C-BE507E6434AC}" destId="{1F92DEAE-86DC-456D-9F6E-2F5624BDB6D7}" srcOrd="0" destOrd="0" presId="urn:microsoft.com/office/officeart/2005/8/layout/hList1"/>
    <dgm:cxn modelId="{60677AF7-D56B-48B7-A7FB-ABE23C429D98}" srcId="{085C7ED8-37A7-43CF-9076-C7F087F1CC38}" destId="{46E1B7F2-81D4-4C9A-A64C-BE507E6434AC}" srcOrd="0" destOrd="0" parTransId="{E0D16118-BE55-400F-9DEB-0144B027D82B}" sibTransId="{529808FA-D66B-4DF0-847D-9A37EB1ABBC2}"/>
    <dgm:cxn modelId="{62890437-EE8C-4234-9402-50B338976737}" type="presParOf" srcId="{D0609042-9BA2-40DF-B2CC-BFB82D48DCF7}" destId="{0F7BB10C-DF48-4FB3-BE5A-677BF9D42C7F}" srcOrd="0" destOrd="0" presId="urn:microsoft.com/office/officeart/2005/8/layout/hList1"/>
    <dgm:cxn modelId="{FBF87F43-DA62-415A-BF6A-F2108BD5DDB5}" type="presParOf" srcId="{0F7BB10C-DF48-4FB3-BE5A-677BF9D42C7F}" destId="{1F92DEAE-86DC-456D-9F6E-2F5624BDB6D7}" srcOrd="0" destOrd="0" presId="urn:microsoft.com/office/officeart/2005/8/layout/hList1"/>
    <dgm:cxn modelId="{1253B762-671F-424E-802E-CF3A6A9AABAD}" type="presParOf" srcId="{0F7BB10C-DF48-4FB3-BE5A-677BF9D42C7F}" destId="{02E15116-8976-4C3F-9D6F-3F5682B33FB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F28944-28B6-447E-BDCB-B18392C2B154}">
      <dsp:nvSpPr>
        <dsp:cNvPr id="0" name=""/>
        <dsp:cNvSpPr/>
      </dsp:nvSpPr>
      <dsp:spPr>
        <a:xfrm>
          <a:off x="722825" y="108237"/>
          <a:ext cx="2148088" cy="746002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0AC2F3-0E93-433B-918A-6125464B8163}">
      <dsp:nvSpPr>
        <dsp:cNvPr id="0" name=""/>
        <dsp:cNvSpPr/>
      </dsp:nvSpPr>
      <dsp:spPr>
        <a:xfrm>
          <a:off x="1592051" y="1934944"/>
          <a:ext cx="416296" cy="266429"/>
        </a:xfrm>
        <a:prstGeom prst="down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E0CBA7D5-59AE-495B-BA83-2740D4CA18BA}">
      <dsp:nvSpPr>
        <dsp:cNvPr id="0" name=""/>
        <dsp:cNvSpPr/>
      </dsp:nvSpPr>
      <dsp:spPr>
        <a:xfrm>
          <a:off x="801088" y="2148088"/>
          <a:ext cx="1998222" cy="4995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0" kern="1200" dirty="0"/>
            <a:t>State </a:t>
          </a:r>
          <a14:m xmlns:a14="http://schemas.microsoft.com/office/drawing/2010/main">
            <m:oMath xmlns:m="http://schemas.openxmlformats.org/officeDocument/2006/math">
              <m:acc>
                <m:accPr>
                  <m:chr m:val="̂"/>
                  <m:ctrlPr>
                    <a:rPr lang="en-GB" sz="1800" b="0" i="1" kern="1200" dirty="0" smtClean="0">
                      <a:latin typeface="Cambria Math" panose="02040503050406030204" pitchFamily="18" charset="0"/>
                    </a:rPr>
                  </m:ctrlPr>
                </m:accPr>
                <m:e>
                  <m:r>
                    <a:rPr lang="en-GB" sz="1800" b="0" i="1" kern="1200" dirty="0" smtClean="0">
                      <a:latin typeface="Cambria Math" panose="02040503050406030204" pitchFamily="18" charset="0"/>
                    </a:rPr>
                    <m:t>𝜌</m:t>
                  </m:r>
                </m:e>
              </m:acc>
            </m:oMath>
          </a14:m>
          <a:endParaRPr lang="da-DK" sz="1800" kern="1200" dirty="0"/>
        </a:p>
      </dsp:txBody>
      <dsp:txXfrm>
        <a:off x="801088" y="2148088"/>
        <a:ext cx="1998222" cy="499555"/>
      </dsp:txXfrm>
    </dsp:sp>
    <dsp:sp modelId="{95E9FC6D-A5CE-46BC-8F12-10D29F64789E}">
      <dsp:nvSpPr>
        <dsp:cNvPr id="0" name=""/>
        <dsp:cNvSpPr/>
      </dsp:nvSpPr>
      <dsp:spPr>
        <a:xfrm>
          <a:off x="1503797" y="911855"/>
          <a:ext cx="749333" cy="74933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>
                <m:r>
                  <a:rPr lang="en-GB" sz="2000" b="0" i="1" kern="1200" dirty="0" smtClean="0">
                    <a:latin typeface="Cambria Math" panose="02040503050406030204" pitchFamily="18" charset="0"/>
                  </a:rPr>
                  <m:t>𝑝</m:t>
                </m:r>
                <m:d>
                  <m:dPr>
                    <m:ctrlPr>
                      <a:rPr lang="en-GB" sz="2000" i="1" kern="1200" dirty="0" smtClean="0">
                        <a:latin typeface="Cambria Math" panose="02040503050406030204" pitchFamily="18" charset="0"/>
                      </a:rPr>
                    </m:ctrlPr>
                  </m:dPr>
                  <m:e>
                    <m:sSub>
                      <m:sSubPr>
                        <m:ctrlPr>
                          <a:rPr lang="en-GB" sz="2000" i="1" kern="120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 kern="1200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sz="2000" b="0" i="1" kern="1200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e>
                </m:d>
              </m:oMath>
            </m:oMathPara>
          </a14:m>
          <a:endParaRPr lang="da-DK" sz="2000" kern="1200" dirty="0"/>
        </a:p>
      </dsp:txBody>
      <dsp:txXfrm>
        <a:off x="1613534" y="1021592"/>
        <a:ext cx="529859" cy="529859"/>
      </dsp:txXfrm>
    </dsp:sp>
    <dsp:sp modelId="{0FB1A814-6E7A-4BF9-800D-3F097CF0929E}">
      <dsp:nvSpPr>
        <dsp:cNvPr id="0" name=""/>
        <dsp:cNvSpPr/>
      </dsp:nvSpPr>
      <dsp:spPr>
        <a:xfrm>
          <a:off x="967607" y="349688"/>
          <a:ext cx="749333" cy="74933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>
                <m:r>
                  <a:rPr lang="en-GB" sz="2000" b="0" i="1" kern="1200" dirty="0" smtClean="0">
                    <a:latin typeface="Cambria Math" panose="02040503050406030204" pitchFamily="18" charset="0"/>
                  </a:rPr>
                  <m:t>𝑝</m:t>
                </m:r>
                <m:d>
                  <m:dPr>
                    <m:ctrlPr>
                      <a:rPr lang="en-GB" sz="2000" i="1" kern="1200" dirty="0" smtClean="0">
                        <a:latin typeface="Cambria Math" panose="02040503050406030204" pitchFamily="18" charset="0"/>
                      </a:rPr>
                    </m:ctrlPr>
                  </m:dPr>
                  <m:e>
                    <m:sSub>
                      <m:sSubPr>
                        <m:ctrlPr>
                          <a:rPr lang="en-GB" sz="2000" i="1" kern="120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 kern="1200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sz="2000" b="0" i="1" kern="120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e>
                </m:d>
              </m:oMath>
            </m:oMathPara>
          </a14:m>
          <a:endParaRPr lang="en-GB" sz="2000" b="0" kern="1200" dirty="0"/>
        </a:p>
      </dsp:txBody>
      <dsp:txXfrm>
        <a:off x="1077344" y="459425"/>
        <a:ext cx="529859" cy="529859"/>
      </dsp:txXfrm>
    </dsp:sp>
    <dsp:sp modelId="{FDFA774D-066C-4F2A-A533-2ECD5786C4A2}">
      <dsp:nvSpPr>
        <dsp:cNvPr id="0" name=""/>
        <dsp:cNvSpPr/>
      </dsp:nvSpPr>
      <dsp:spPr>
        <a:xfrm>
          <a:off x="1733592" y="168516"/>
          <a:ext cx="749333" cy="74933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>
                <m:r>
                  <a:rPr lang="en-GB" sz="2000" b="0" i="1" kern="1200" dirty="0" smtClean="0">
                    <a:latin typeface="Cambria Math" panose="02040503050406030204" pitchFamily="18" charset="0"/>
                  </a:rPr>
                  <m:t>𝑝</m:t>
                </m:r>
                <m:d>
                  <m:dPr>
                    <m:ctrlPr>
                      <a:rPr lang="en-GB" sz="2000" i="1" kern="1200" dirty="0" smtClean="0">
                        <a:latin typeface="Cambria Math" panose="02040503050406030204" pitchFamily="18" charset="0"/>
                      </a:rPr>
                    </m:ctrlPr>
                  </m:dPr>
                  <m:e>
                    <m:sSub>
                      <m:sSubPr>
                        <m:ctrlPr>
                          <a:rPr lang="en-GB" sz="2000" i="1" kern="120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 kern="1200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sz="2000" b="0" i="1" kern="120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e>
                </m:d>
              </m:oMath>
            </m:oMathPara>
          </a14:m>
          <a:endParaRPr lang="da-DK" sz="2000" kern="1200" dirty="0"/>
        </a:p>
      </dsp:txBody>
      <dsp:txXfrm>
        <a:off x="1843329" y="278253"/>
        <a:ext cx="529859" cy="529859"/>
      </dsp:txXfrm>
    </dsp:sp>
    <dsp:sp modelId="{F4DA5E90-E309-4945-89CB-A424B26CF7C1}">
      <dsp:nvSpPr>
        <dsp:cNvPr id="0" name=""/>
        <dsp:cNvSpPr/>
      </dsp:nvSpPr>
      <dsp:spPr>
        <a:xfrm>
          <a:off x="634570" y="16651"/>
          <a:ext cx="2331259" cy="1865007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84B18C-1724-4592-84EB-9ABF7095C3A1}">
      <dsp:nvSpPr>
        <dsp:cNvPr id="0" name=""/>
        <dsp:cNvSpPr/>
      </dsp:nvSpPr>
      <dsp:spPr>
        <a:xfrm>
          <a:off x="191783" y="185"/>
          <a:ext cx="9913577" cy="11641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45720" rIns="6858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600" kern="1200" dirty="0"/>
            <a:t>Idealized Quantum State Tomography</a:t>
          </a:r>
          <a:endParaRPr lang="da-DK" sz="3600" kern="1200" dirty="0"/>
        </a:p>
      </dsp:txBody>
      <dsp:txXfrm>
        <a:off x="225880" y="34282"/>
        <a:ext cx="9845383" cy="1095952"/>
      </dsp:txXfrm>
    </dsp:sp>
    <dsp:sp modelId="{4FAC5026-61F9-434C-93D9-C5D8A68E339B}">
      <dsp:nvSpPr>
        <dsp:cNvPr id="0" name=""/>
        <dsp:cNvSpPr/>
      </dsp:nvSpPr>
      <dsp:spPr>
        <a:xfrm>
          <a:off x="1183141" y="1164331"/>
          <a:ext cx="991357" cy="10200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20035"/>
              </a:lnTo>
              <a:lnTo>
                <a:pt x="991357" y="102003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636A1D-39CD-4824-87CD-FEDC2FA18720}">
      <dsp:nvSpPr>
        <dsp:cNvPr id="0" name=""/>
        <dsp:cNvSpPr/>
      </dsp:nvSpPr>
      <dsp:spPr>
        <a:xfrm>
          <a:off x="2174498" y="1504343"/>
          <a:ext cx="3364300" cy="136004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Measure homodyne samples at given angles</a:t>
          </a:r>
          <a:endParaRPr lang="da-DK" sz="2300" kern="1200" dirty="0"/>
        </a:p>
      </dsp:txBody>
      <dsp:txXfrm>
        <a:off x="2214332" y="1544177"/>
        <a:ext cx="3284632" cy="1280379"/>
      </dsp:txXfrm>
    </dsp:sp>
    <dsp:sp modelId="{6773A45C-AE2B-4E09-8506-37496E7B8BCA}">
      <dsp:nvSpPr>
        <dsp:cNvPr id="0" name=""/>
        <dsp:cNvSpPr/>
      </dsp:nvSpPr>
      <dsp:spPr>
        <a:xfrm>
          <a:off x="1183141" y="1164331"/>
          <a:ext cx="991357" cy="272009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20095"/>
              </a:lnTo>
              <a:lnTo>
                <a:pt x="991357" y="272009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D176BA-16C5-4F28-BBD9-02CF4BA28DB0}">
      <dsp:nvSpPr>
        <dsp:cNvPr id="0" name=""/>
        <dsp:cNvSpPr/>
      </dsp:nvSpPr>
      <dsp:spPr>
        <a:xfrm>
          <a:off x="2174498" y="3204403"/>
          <a:ext cx="3349220" cy="136004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From samples reconstruct probability density </a:t>
          </a:r>
          <a:endParaRPr lang="da-DK" sz="2300" kern="1200" dirty="0"/>
        </a:p>
      </dsp:txBody>
      <dsp:txXfrm>
        <a:off x="2214332" y="3244237"/>
        <a:ext cx="3269552" cy="1280379"/>
      </dsp:txXfrm>
    </dsp:sp>
    <dsp:sp modelId="{26C8F397-06D2-4FE4-87FC-38CB03248D62}">
      <dsp:nvSpPr>
        <dsp:cNvPr id="0" name=""/>
        <dsp:cNvSpPr/>
      </dsp:nvSpPr>
      <dsp:spPr>
        <a:xfrm>
          <a:off x="1183141" y="1164331"/>
          <a:ext cx="991357" cy="44201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420154"/>
              </a:lnTo>
              <a:lnTo>
                <a:pt x="991357" y="442015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907096-8DBC-4939-8AA7-554D057E49EA}">
      <dsp:nvSpPr>
        <dsp:cNvPr id="0" name=""/>
        <dsp:cNvSpPr/>
      </dsp:nvSpPr>
      <dsp:spPr>
        <a:xfrm>
          <a:off x="2174498" y="4904462"/>
          <a:ext cx="3349220" cy="136004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From probability densities at different angles obtain quantum state</a:t>
          </a:r>
          <a:endParaRPr lang="da-DK" sz="2300" kern="1200" dirty="0"/>
        </a:p>
      </dsp:txBody>
      <dsp:txXfrm>
        <a:off x="2214332" y="4944296"/>
        <a:ext cx="3269552" cy="128037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7C85E1-8729-4A35-AF96-2C5946AF5A4A}">
      <dsp:nvSpPr>
        <dsp:cNvPr id="0" name=""/>
        <dsp:cNvSpPr/>
      </dsp:nvSpPr>
      <dsp:spPr>
        <a:xfrm>
          <a:off x="125173" y="792089"/>
          <a:ext cx="1361214" cy="4485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>
                <m:sSub>
                  <m:sSubPr>
                    <m:ctrlPr>
                      <a:rPr lang="en-GB" sz="1600" b="0" i="1" kern="1200" dirty="0" smtClean="0">
                        <a:latin typeface="Cambria Math" panose="02040503050406030204" pitchFamily="18" charset="0"/>
                      </a:rPr>
                    </m:ctrlPr>
                  </m:sSubPr>
                  <m:e>
                    <m:d>
                      <m:dPr>
                        <m:begChr m:val="{"/>
                        <m:endChr m:val="}"/>
                        <m:ctrlPr>
                          <a:rPr lang="en-GB" sz="1600" i="1" kern="120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GB" sz="1600" i="0" kern="1200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GB" sz="1600" i="0" kern="1200" dirty="0" smtClean="0"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GB" sz="1600" b="0" i="0" kern="1200" dirty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  <m:sup>
                            <m:d>
                              <m:dPr>
                                <m:ctrlPr>
                                  <a:rPr lang="en-GB" sz="1600" b="0" i="0" kern="1200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GB" sz="1600" b="0" i="0" kern="1200" dirty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</m:d>
                          </m:sup>
                        </m:sSubSup>
                      </m:e>
                    </m:d>
                  </m:e>
                  <m:sub>
                    <m:r>
                      <m:rPr>
                        <m:sty m:val="p"/>
                      </m:rPr>
                      <a:rPr lang="en-GB" sz="1600" b="0" i="0" kern="1200" dirty="0" smtClean="0">
                        <a:latin typeface="Cambria Math" panose="02040503050406030204" pitchFamily="18" charset="0"/>
                      </a:rPr>
                      <m:t>i</m:t>
                    </m:r>
                  </m:sub>
                </m:sSub>
              </m:oMath>
            </m:oMathPara>
          </a14:m>
          <a:endParaRPr lang="en-GB" sz="1600" b="0" kern="1200" dirty="0"/>
        </a:p>
      </dsp:txBody>
      <dsp:txXfrm>
        <a:off x="125173" y="792089"/>
        <a:ext cx="1361214" cy="448582"/>
      </dsp:txXfrm>
    </dsp:sp>
    <dsp:sp modelId="{DE96F859-68D9-448F-8B86-63106686D674}">
      <dsp:nvSpPr>
        <dsp:cNvPr id="0" name=""/>
        <dsp:cNvSpPr/>
      </dsp:nvSpPr>
      <dsp:spPr>
        <a:xfrm>
          <a:off x="92532" y="1627432"/>
          <a:ext cx="1361214" cy="840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Samples</a:t>
          </a:r>
          <a:endParaRPr lang="da-DK" sz="2200" kern="1200" dirty="0"/>
        </a:p>
      </dsp:txBody>
      <dsp:txXfrm>
        <a:off x="92532" y="1627432"/>
        <a:ext cx="1361214" cy="840424"/>
      </dsp:txXfrm>
    </dsp:sp>
    <dsp:sp modelId="{2B336134-D19B-44A8-ABC4-36E5126A2A3E}">
      <dsp:nvSpPr>
        <dsp:cNvPr id="0" name=""/>
        <dsp:cNvSpPr/>
      </dsp:nvSpPr>
      <dsp:spPr>
        <a:xfrm>
          <a:off x="90985" y="545096"/>
          <a:ext cx="108278" cy="1082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69E52B1-5542-4329-9D4C-EB9979BCDFEE}">
      <dsp:nvSpPr>
        <dsp:cNvPr id="0" name=""/>
        <dsp:cNvSpPr/>
      </dsp:nvSpPr>
      <dsp:spPr>
        <a:xfrm>
          <a:off x="166780" y="393506"/>
          <a:ext cx="108278" cy="1082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5A7C484-09B1-4BDE-B6B6-64D5F1A205F1}">
      <dsp:nvSpPr>
        <dsp:cNvPr id="0" name=""/>
        <dsp:cNvSpPr/>
      </dsp:nvSpPr>
      <dsp:spPr>
        <a:xfrm>
          <a:off x="348687" y="423824"/>
          <a:ext cx="170151" cy="17015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06C339B-4150-484E-9555-B6EC68C70F78}">
      <dsp:nvSpPr>
        <dsp:cNvPr id="0" name=""/>
        <dsp:cNvSpPr/>
      </dsp:nvSpPr>
      <dsp:spPr>
        <a:xfrm>
          <a:off x="500277" y="257075"/>
          <a:ext cx="108278" cy="1082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22035EF-E285-44C3-916F-21421F6DCE38}">
      <dsp:nvSpPr>
        <dsp:cNvPr id="0" name=""/>
        <dsp:cNvSpPr/>
      </dsp:nvSpPr>
      <dsp:spPr>
        <a:xfrm>
          <a:off x="697344" y="196439"/>
          <a:ext cx="108278" cy="1082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A914D30-3986-4013-BBB6-5DE1465D76D5}">
      <dsp:nvSpPr>
        <dsp:cNvPr id="0" name=""/>
        <dsp:cNvSpPr/>
      </dsp:nvSpPr>
      <dsp:spPr>
        <a:xfrm>
          <a:off x="939888" y="302552"/>
          <a:ext cx="108278" cy="1082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CA5746F-476D-47CF-8C3F-D49701B59EE3}">
      <dsp:nvSpPr>
        <dsp:cNvPr id="0" name=""/>
        <dsp:cNvSpPr/>
      </dsp:nvSpPr>
      <dsp:spPr>
        <a:xfrm>
          <a:off x="1091477" y="378347"/>
          <a:ext cx="170151" cy="17015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FC44C98-FC46-4229-834D-AED76FCF32D0}">
      <dsp:nvSpPr>
        <dsp:cNvPr id="0" name=""/>
        <dsp:cNvSpPr/>
      </dsp:nvSpPr>
      <dsp:spPr>
        <a:xfrm>
          <a:off x="1303703" y="545096"/>
          <a:ext cx="108278" cy="1082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AC21721-9975-49E9-AE0F-587C330BAABC}">
      <dsp:nvSpPr>
        <dsp:cNvPr id="0" name=""/>
        <dsp:cNvSpPr/>
      </dsp:nvSpPr>
      <dsp:spPr>
        <a:xfrm>
          <a:off x="1394657" y="711845"/>
          <a:ext cx="108278" cy="1082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B83186E-D454-4589-9292-CB8693BE3AFA}">
      <dsp:nvSpPr>
        <dsp:cNvPr id="0" name=""/>
        <dsp:cNvSpPr/>
      </dsp:nvSpPr>
      <dsp:spPr>
        <a:xfrm>
          <a:off x="606390" y="393506"/>
          <a:ext cx="278430" cy="27843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C4B43B3-9017-4E7D-8AEA-DB3E28ED8C51}">
      <dsp:nvSpPr>
        <dsp:cNvPr id="0" name=""/>
        <dsp:cNvSpPr/>
      </dsp:nvSpPr>
      <dsp:spPr>
        <a:xfrm>
          <a:off x="15190" y="969547"/>
          <a:ext cx="108278" cy="1082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E00D2C5-AB85-4D6F-B1C8-EF0A4C5BB1F8}">
      <dsp:nvSpPr>
        <dsp:cNvPr id="0" name=""/>
        <dsp:cNvSpPr/>
      </dsp:nvSpPr>
      <dsp:spPr>
        <a:xfrm>
          <a:off x="106144" y="1105978"/>
          <a:ext cx="170151" cy="17015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7CEF674-0FA6-4095-9F45-9888FE2112AB}">
      <dsp:nvSpPr>
        <dsp:cNvPr id="0" name=""/>
        <dsp:cNvSpPr/>
      </dsp:nvSpPr>
      <dsp:spPr>
        <a:xfrm>
          <a:off x="333528" y="1227250"/>
          <a:ext cx="247493" cy="24749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263B395-C7BF-419F-8C09-DA00CD9EA3C9}">
      <dsp:nvSpPr>
        <dsp:cNvPr id="0" name=""/>
        <dsp:cNvSpPr/>
      </dsp:nvSpPr>
      <dsp:spPr>
        <a:xfrm>
          <a:off x="651867" y="1424317"/>
          <a:ext cx="108278" cy="1082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71236CE-6B46-4DFB-ABDF-0FB146B155FA}">
      <dsp:nvSpPr>
        <dsp:cNvPr id="0" name=""/>
        <dsp:cNvSpPr/>
      </dsp:nvSpPr>
      <dsp:spPr>
        <a:xfrm>
          <a:off x="712503" y="1227250"/>
          <a:ext cx="170151" cy="17015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F35FDBA-5855-4FAE-BF82-311C29CCFD14}">
      <dsp:nvSpPr>
        <dsp:cNvPr id="0" name=""/>
        <dsp:cNvSpPr/>
      </dsp:nvSpPr>
      <dsp:spPr>
        <a:xfrm>
          <a:off x="864093" y="1439476"/>
          <a:ext cx="108278" cy="1082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F5D3CE9-8CE7-4F5F-959B-C0FE436F9F9C}">
      <dsp:nvSpPr>
        <dsp:cNvPr id="0" name=""/>
        <dsp:cNvSpPr/>
      </dsp:nvSpPr>
      <dsp:spPr>
        <a:xfrm>
          <a:off x="1000523" y="1196932"/>
          <a:ext cx="247493" cy="24749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5EBC551-8867-4546-B551-DB86F1F235AC}">
      <dsp:nvSpPr>
        <dsp:cNvPr id="0" name=""/>
        <dsp:cNvSpPr/>
      </dsp:nvSpPr>
      <dsp:spPr>
        <a:xfrm>
          <a:off x="1334021" y="1136296"/>
          <a:ext cx="170151" cy="17015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B718997-756A-4C51-A827-ADE4E6A60198}">
      <dsp:nvSpPr>
        <dsp:cNvPr id="0" name=""/>
        <dsp:cNvSpPr/>
      </dsp:nvSpPr>
      <dsp:spPr>
        <a:xfrm>
          <a:off x="1504173" y="423572"/>
          <a:ext cx="499711" cy="954003"/>
        </a:xfrm>
        <a:prstGeom prst="chevron">
          <a:avLst>
            <a:gd name="adj" fmla="val 6231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D204C3B-8799-44C4-8524-AF516EB4DE6A}">
      <dsp:nvSpPr>
        <dsp:cNvPr id="0" name=""/>
        <dsp:cNvSpPr/>
      </dsp:nvSpPr>
      <dsp:spPr>
        <a:xfrm>
          <a:off x="1913028" y="423572"/>
          <a:ext cx="499711" cy="954003"/>
        </a:xfrm>
        <a:prstGeom prst="chevron">
          <a:avLst>
            <a:gd name="adj" fmla="val 6231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B2798FF-89C4-4C44-B4CD-C2235BCC2583}">
      <dsp:nvSpPr>
        <dsp:cNvPr id="0" name=""/>
        <dsp:cNvSpPr/>
      </dsp:nvSpPr>
      <dsp:spPr>
        <a:xfrm>
          <a:off x="2514953" y="355893"/>
          <a:ext cx="1158422" cy="115842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>
                <m:r>
                  <a:rPr lang="en-GB" sz="2000" b="0" i="1" kern="1200" dirty="0" smtClean="0">
                    <a:latin typeface="Cambria Math" panose="02040503050406030204" pitchFamily="18" charset="0"/>
                  </a:rPr>
                  <m:t>𝑝</m:t>
                </m:r>
                <m:d>
                  <m:dPr>
                    <m:ctrlPr>
                      <a:rPr lang="en-GB" sz="2000" i="1" kern="1200" dirty="0" smtClean="0"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 lang="en-GB" sz="2000" i="1" kern="1200" dirty="0" smtClean="0">
                        <a:latin typeface="Cambria Math" panose="02040503050406030204" pitchFamily="18" charset="0"/>
                      </a:rPr>
                      <m:t>𝜃</m:t>
                    </m:r>
                  </m:e>
                </m:d>
              </m:oMath>
            </m:oMathPara>
          </a14:m>
          <a:endParaRPr lang="da-DK" sz="2000" kern="1200" dirty="0"/>
        </a:p>
      </dsp:txBody>
      <dsp:txXfrm>
        <a:off x="2684600" y="525540"/>
        <a:ext cx="819128" cy="819128"/>
      </dsp:txXfrm>
    </dsp:sp>
    <dsp:sp modelId="{208FBB7F-63DC-4C6D-80C9-9BBE8B9AC09D}">
      <dsp:nvSpPr>
        <dsp:cNvPr id="0" name=""/>
        <dsp:cNvSpPr/>
      </dsp:nvSpPr>
      <dsp:spPr>
        <a:xfrm>
          <a:off x="2412739" y="1627432"/>
          <a:ext cx="1362849" cy="840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Probability Density</a:t>
          </a:r>
          <a:endParaRPr lang="da-DK" sz="2200" kern="1200" dirty="0"/>
        </a:p>
      </dsp:txBody>
      <dsp:txXfrm>
        <a:off x="2412739" y="1627432"/>
        <a:ext cx="1362849" cy="84042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8A41B7-9540-4D4A-BC29-779DD9E1DD70}">
      <dsp:nvSpPr>
        <dsp:cNvPr id="0" name=""/>
        <dsp:cNvSpPr/>
      </dsp:nvSpPr>
      <dsp:spPr>
        <a:xfrm>
          <a:off x="432042" y="0"/>
          <a:ext cx="4896481" cy="4530912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F00077-5AC5-4B4D-A455-954BB82E3503}">
      <dsp:nvSpPr>
        <dsp:cNvPr id="0" name=""/>
        <dsp:cNvSpPr/>
      </dsp:nvSpPr>
      <dsp:spPr>
        <a:xfrm>
          <a:off x="325789" y="1359273"/>
          <a:ext cx="2484244" cy="181236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/>
            <a:t>Finite samples</a:t>
          </a:r>
          <a:endParaRPr lang="da-DK" sz="2400" b="1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a-DK" sz="1900" kern="1200" dirty="0"/>
            <a:t>Estimate </a:t>
          </a:r>
          <a14:m xmlns:a14="http://schemas.microsoft.com/office/drawing/2010/main">
            <m:oMath xmlns:m="http://schemas.openxmlformats.org/officeDocument/2006/math">
              <m:r>
                <a:rPr lang="da-DK" sz="1900" i="1" kern="1200" dirty="0" smtClean="0">
                  <a:latin typeface="Cambria Math" panose="02040503050406030204" pitchFamily="18" charset="0"/>
                </a:rPr>
                <m:t>𝑝</m:t>
              </m:r>
              <m:d>
                <m:dPr>
                  <m:ctrlPr>
                    <a:rPr lang="en-GB" sz="1900" b="0" i="1" kern="1200" dirty="0" smtClean="0">
                      <a:latin typeface="Cambria Math" panose="02040503050406030204" pitchFamily="18" charset="0"/>
                    </a:rPr>
                  </m:ctrlPr>
                </m:dPr>
                <m:e>
                  <m:r>
                    <a:rPr lang="en-GB" sz="1900" b="0" i="1" kern="1200" dirty="0" smtClean="0">
                      <a:latin typeface="Cambria Math" panose="02040503050406030204" pitchFamily="18" charset="0"/>
                    </a:rPr>
                    <m:t>𝜃</m:t>
                  </m:r>
                </m:e>
              </m:d>
            </m:oMath>
          </a14:m>
          <a:r>
            <a:rPr lang="da-DK" sz="1900" kern="1200" dirty="0"/>
            <a:t> noisy histogram, not </a:t>
          </a:r>
          <a:r>
            <a:rPr lang="da-DK" sz="1900" kern="1200" dirty="0" err="1"/>
            <a:t>exact</a:t>
          </a:r>
          <a:r>
            <a:rPr lang="da-DK" sz="1900" kern="1200" dirty="0"/>
            <a:t> </a:t>
          </a:r>
          <a:r>
            <a:rPr lang="da-DK" sz="1900" kern="1200" dirty="0" err="1"/>
            <a:t>density</a:t>
          </a:r>
          <a:endParaRPr lang="da-DK" sz="1900" kern="1200" dirty="0"/>
        </a:p>
      </dsp:txBody>
      <dsp:txXfrm>
        <a:off x="414261" y="1447745"/>
        <a:ext cx="2307300" cy="1635420"/>
      </dsp:txXfrm>
    </dsp:sp>
    <dsp:sp modelId="{A5AB4868-44AF-4A33-B9C4-3FEB5E203658}">
      <dsp:nvSpPr>
        <dsp:cNvPr id="0" name=""/>
        <dsp:cNvSpPr/>
      </dsp:nvSpPr>
      <dsp:spPr>
        <a:xfrm>
          <a:off x="2950532" y="1359273"/>
          <a:ext cx="2484244" cy="181236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/>
            <a:t>Noise</a:t>
          </a:r>
          <a:endParaRPr lang="da-DK" sz="2400" b="1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a-DK" sz="1900" kern="1200" dirty="0" err="1"/>
            <a:t>Experimental</a:t>
          </a:r>
          <a:r>
            <a:rPr lang="da-DK" sz="1900" kern="1200" dirty="0"/>
            <a:t> </a:t>
          </a:r>
          <a:r>
            <a:rPr lang="da-DK" sz="1900" kern="1200" dirty="0" err="1"/>
            <a:t>imperfections</a:t>
          </a:r>
          <a:r>
            <a:rPr lang="da-DK" sz="1900" kern="1200" dirty="0"/>
            <a:t> </a:t>
          </a:r>
          <a:r>
            <a:rPr lang="da-DK" sz="1900" kern="1200" dirty="0" err="1"/>
            <a:t>corrupt</a:t>
          </a:r>
          <a:r>
            <a:rPr lang="da-DK" sz="1900" kern="1200" dirty="0"/>
            <a:t> </a:t>
          </a:r>
          <a:r>
            <a:rPr lang="da-DK" sz="1900" kern="1200" dirty="0" err="1"/>
            <a:t>measured</a:t>
          </a:r>
          <a:r>
            <a:rPr lang="da-DK" sz="1900" kern="1200" dirty="0"/>
            <a:t> distribution </a:t>
          </a:r>
          <a:r>
            <a:rPr lang="da-DK" sz="1900" kern="1200" dirty="0" err="1"/>
            <a:t>further</a:t>
          </a:r>
          <a:endParaRPr lang="da-DK" sz="1900" kern="1200" dirty="0"/>
        </a:p>
      </dsp:txBody>
      <dsp:txXfrm>
        <a:off x="3039004" y="1447745"/>
        <a:ext cx="2307300" cy="163542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2EFFCD-3D12-4AE3-A4B9-F686D10F96DB}">
      <dsp:nvSpPr>
        <dsp:cNvPr id="0" name=""/>
        <dsp:cNvSpPr/>
      </dsp:nvSpPr>
      <dsp:spPr>
        <a:xfrm>
          <a:off x="0" y="5911"/>
          <a:ext cx="8741008" cy="11980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b="1" kern="1200" dirty="0">
              <a:latin typeface="Neo Sans Std" panose="020B05040305040B0204" pitchFamily="34" charset="0"/>
            </a:rPr>
            <a:t>How does MLE work in general</a:t>
          </a:r>
          <a:endParaRPr lang="da-DK" sz="3200" b="1" kern="1200" dirty="0">
            <a:latin typeface="Neo Sans Std" panose="020B05040305040B0204" pitchFamily="34" charset="0"/>
          </a:endParaRPr>
        </a:p>
      </dsp:txBody>
      <dsp:txXfrm>
        <a:off x="58485" y="64396"/>
        <a:ext cx="8624038" cy="1081110"/>
      </dsp:txXfrm>
    </dsp:sp>
    <dsp:sp modelId="{16FFF95B-1D63-48C6-A6D5-84692CC1295B}">
      <dsp:nvSpPr>
        <dsp:cNvPr id="0" name=""/>
        <dsp:cNvSpPr/>
      </dsp:nvSpPr>
      <dsp:spPr>
        <a:xfrm>
          <a:off x="0" y="1388311"/>
          <a:ext cx="8741008" cy="11980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b="1" kern="1200" dirty="0">
              <a:latin typeface="Neo Sans Std" panose="020B05040305040B0204" pitchFamily="34" charset="0"/>
            </a:rPr>
            <a:t>MLE for Quantum State Tomography</a:t>
          </a:r>
          <a:endParaRPr lang="da-DK" sz="3200" b="1" kern="1200" dirty="0">
            <a:latin typeface="Neo Sans Std" panose="020B05040305040B0204" pitchFamily="34" charset="0"/>
          </a:endParaRPr>
        </a:p>
      </dsp:txBody>
      <dsp:txXfrm>
        <a:off x="58485" y="1446796"/>
        <a:ext cx="8624038" cy="1081110"/>
      </dsp:txXfrm>
    </dsp:sp>
    <dsp:sp modelId="{89E1746C-6BDA-4206-99F4-08E204C38B67}">
      <dsp:nvSpPr>
        <dsp:cNvPr id="0" name=""/>
        <dsp:cNvSpPr/>
      </dsp:nvSpPr>
      <dsp:spPr>
        <a:xfrm>
          <a:off x="0" y="2770711"/>
          <a:ext cx="8741008" cy="11980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b="1" kern="1200" dirty="0">
              <a:latin typeface="Neo Sans Std" panose="020B05040305040B0204" pitchFamily="34" charset="0"/>
            </a:rPr>
            <a:t>Implementation</a:t>
          </a:r>
          <a:endParaRPr lang="da-DK" sz="3200" b="1" kern="1200" dirty="0">
            <a:latin typeface="Neo Sans Std" panose="020B05040305040B0204" pitchFamily="34" charset="0"/>
          </a:endParaRPr>
        </a:p>
      </dsp:txBody>
      <dsp:txXfrm>
        <a:off x="58485" y="2829196"/>
        <a:ext cx="8624038" cy="108111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92DEAE-86DC-456D-9F6E-2F5624BDB6D7}">
      <dsp:nvSpPr>
        <dsp:cNvPr id="0" name=""/>
        <dsp:cNvSpPr/>
      </dsp:nvSpPr>
      <dsp:spPr>
        <a:xfrm>
          <a:off x="0" y="7295"/>
          <a:ext cx="8856984" cy="6336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200" b="1" kern="1200" dirty="0" err="1"/>
            <a:t>Example</a:t>
          </a:r>
          <a:r>
            <a:rPr lang="da-DK" sz="2200" b="1" kern="1200" dirty="0"/>
            <a:t>: </a:t>
          </a:r>
          <a:r>
            <a:rPr lang="da-DK" sz="2200" kern="1200" dirty="0" err="1"/>
            <a:t>biased</a:t>
          </a:r>
          <a:r>
            <a:rPr lang="da-DK" sz="2200" kern="1200" dirty="0"/>
            <a:t> </a:t>
          </a:r>
          <a:r>
            <a:rPr lang="da-DK" sz="2200" kern="1200" dirty="0" err="1"/>
            <a:t>coin</a:t>
          </a:r>
          <a:endParaRPr lang="da-DK" sz="2200" kern="1200" dirty="0"/>
        </a:p>
      </dsp:txBody>
      <dsp:txXfrm>
        <a:off x="0" y="7295"/>
        <a:ext cx="8856984" cy="633600"/>
      </dsp:txXfrm>
    </dsp:sp>
    <dsp:sp modelId="{02E15116-8976-4C3F-9D6F-3F5682B33FBD}">
      <dsp:nvSpPr>
        <dsp:cNvPr id="0" name=""/>
        <dsp:cNvSpPr/>
      </dsp:nvSpPr>
      <dsp:spPr>
        <a:xfrm>
          <a:off x="0" y="640895"/>
          <a:ext cx="8856984" cy="187209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2200" kern="1200" dirty="0"/>
            <a:t>Model: </a:t>
          </a:r>
          <a14:m xmlns:a14="http://schemas.microsoft.com/office/drawing/2010/main">
            <m:oMath xmlns:m="http://schemas.openxmlformats.org/officeDocument/2006/math">
              <m:r>
                <m:rPr>
                  <m:sty m:val="p"/>
                </m:rPr>
                <a:rPr lang="da-DK" sz="2200" kern="1200">
                  <a:latin typeface="Cambria Math" panose="02040503050406030204" pitchFamily="18" charset="0"/>
                </a:rPr>
                <m:t>P</m:t>
              </m:r>
              <m:r>
                <a:rPr lang="da-DK" sz="2200" kern="1200">
                  <a:latin typeface="Cambria Math" panose="02040503050406030204" pitchFamily="18" charset="0"/>
                </a:rPr>
                <m:t>(</m:t>
              </m:r>
              <m:r>
                <m:rPr>
                  <m:sty m:val="p"/>
                </m:rPr>
                <a:rPr lang="da-DK" sz="2200" kern="1200">
                  <a:latin typeface="Cambria Math" panose="02040503050406030204" pitchFamily="18" charset="0"/>
                </a:rPr>
                <m:t>H</m:t>
              </m:r>
              <m:r>
                <a:rPr lang="da-DK" sz="2200" kern="1200">
                  <a:latin typeface="Cambria Math" panose="02040503050406030204" pitchFamily="18" charset="0"/>
                </a:rPr>
                <m:t>∣</m:t>
              </m:r>
              <m:r>
                <m:rPr>
                  <m:sty m:val="p"/>
                </m:rPr>
                <a:rPr lang="da-DK" sz="2200" kern="1200">
                  <a:latin typeface="Cambria Math" panose="02040503050406030204" pitchFamily="18" charset="0"/>
                </a:rPr>
                <m:t>θ</m:t>
              </m:r>
              <m:r>
                <a:rPr lang="da-DK" sz="2200" kern="1200">
                  <a:latin typeface="Cambria Math" panose="02040503050406030204" pitchFamily="18" charset="0"/>
                </a:rPr>
                <m:t>)=</m:t>
              </m:r>
              <m:r>
                <m:rPr>
                  <m:sty m:val="p"/>
                </m:rPr>
                <a:rPr lang="da-DK" sz="2200" kern="1200">
                  <a:latin typeface="Cambria Math" panose="02040503050406030204" pitchFamily="18" charset="0"/>
                </a:rPr>
                <m:t>θ</m:t>
              </m:r>
              <m:r>
                <a:rPr lang="da-DK" sz="2200" kern="1200">
                  <a:latin typeface="Cambria Math" panose="02040503050406030204" pitchFamily="18" charset="0"/>
                </a:rPr>
                <m:t>, </m:t>
              </m:r>
              <m:r>
                <m:rPr>
                  <m:sty m:val="p"/>
                </m:rPr>
                <a:rPr lang="da-DK" sz="2200" kern="1200">
                  <a:latin typeface="Cambria Math" panose="02040503050406030204" pitchFamily="18" charset="0"/>
                </a:rPr>
                <m:t>P</m:t>
              </m:r>
              <m:r>
                <a:rPr lang="da-DK" sz="2200" kern="1200">
                  <a:latin typeface="Cambria Math" panose="02040503050406030204" pitchFamily="18" charset="0"/>
                </a:rPr>
                <m:t>(</m:t>
              </m:r>
              <m:r>
                <m:rPr>
                  <m:sty m:val="p"/>
                </m:rPr>
                <a:rPr lang="da-DK" sz="2200" kern="1200">
                  <a:latin typeface="Cambria Math" panose="02040503050406030204" pitchFamily="18" charset="0"/>
                </a:rPr>
                <m:t>T</m:t>
              </m:r>
              <m:r>
                <a:rPr lang="da-DK" sz="2200" kern="1200">
                  <a:latin typeface="Cambria Math" panose="02040503050406030204" pitchFamily="18" charset="0"/>
                </a:rPr>
                <m:t>∣</m:t>
              </m:r>
              <m:r>
                <m:rPr>
                  <m:sty m:val="p"/>
                </m:rPr>
                <a:rPr lang="da-DK" sz="2200" kern="1200">
                  <a:latin typeface="Cambria Math" panose="02040503050406030204" pitchFamily="18" charset="0"/>
                </a:rPr>
                <m:t>θ</m:t>
              </m:r>
              <m:r>
                <a:rPr lang="da-DK" sz="2200" kern="1200">
                  <a:latin typeface="Cambria Math" panose="02040503050406030204" pitchFamily="18" charset="0"/>
                </a:rPr>
                <m:t>)=1−</m:t>
              </m:r>
              <m:r>
                <m:rPr>
                  <m:sty m:val="p"/>
                </m:rPr>
                <a:rPr lang="da-DK" sz="2200" kern="1200">
                  <a:latin typeface="Cambria Math" panose="02040503050406030204" pitchFamily="18" charset="0"/>
                </a:rPr>
                <m:t>θ</m:t>
              </m:r>
              <m:r>
                <a:rPr lang="da-DK" sz="2200" kern="1200">
                  <a:latin typeface="Cambria Math" panose="02040503050406030204" pitchFamily="18" charset="0"/>
                </a:rPr>
                <m:t> </m:t>
              </m:r>
            </m:oMath>
          </a14:m>
          <a:endParaRPr lang="da-DK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2200" kern="1200" dirty="0" err="1"/>
            <a:t>After</a:t>
          </a:r>
          <a:r>
            <a:rPr lang="da-DK" sz="2200" kern="1200" dirty="0"/>
            <a:t> </a:t>
          </a:r>
          <a:r>
            <a:rPr lang="da-DK" sz="2200" kern="1200" dirty="0" err="1"/>
            <a:t>many</a:t>
          </a:r>
          <a:r>
            <a:rPr lang="da-DK" sz="2200" kern="1200" dirty="0"/>
            <a:t> tosses </a:t>
          </a:r>
          <a:r>
            <a:rPr lang="da-DK" sz="2200" kern="1200" dirty="0" err="1"/>
            <a:t>observe</a:t>
          </a:r>
          <a:r>
            <a:rPr lang="da-DK" sz="2200" kern="1200" dirty="0"/>
            <a:t>: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da-DK" sz="2200" kern="1200">
                      <a:latin typeface="Cambria Math" panose="02040503050406030204" pitchFamily="18" charset="0"/>
                    </a:rPr>
                  </m:ctrlPr>
                </m:sSubPr>
                <m:e>
                  <m:r>
                    <m:rPr>
                      <m:sty m:val="p"/>
                    </m:rPr>
                    <a:rPr lang="da-DK" sz="2200" kern="1200">
                      <a:latin typeface="Cambria Math" panose="02040503050406030204" pitchFamily="18" charset="0"/>
                    </a:rPr>
                    <m:t>n</m:t>
                  </m:r>
                </m:e>
                <m:sub>
                  <m:r>
                    <m:rPr>
                      <m:sty m:val="p"/>
                    </m:rPr>
                    <a:rPr lang="da-DK" sz="2200" kern="1200">
                      <a:latin typeface="Cambria Math" panose="02040503050406030204" pitchFamily="18" charset="0"/>
                    </a:rPr>
                    <m:t>H</m:t>
                  </m:r>
                </m:sub>
              </m:sSub>
            </m:oMath>
          </a14:m>
          <a:r>
            <a:rPr lang="da-DK" sz="2200" kern="1200" dirty="0"/>
            <a:t>​ </a:t>
          </a:r>
          <a:r>
            <a:rPr lang="da-DK" sz="2200" kern="1200" dirty="0" err="1"/>
            <a:t>heads</a:t>
          </a:r>
          <a:r>
            <a:rPr lang="da-DK" sz="2200" kern="1200" dirty="0"/>
            <a:t> and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da-DK" sz="2200" kern="1200">
                      <a:latin typeface="Cambria Math" panose="02040503050406030204" pitchFamily="18" charset="0"/>
                    </a:rPr>
                  </m:ctrlPr>
                </m:sSubPr>
                <m:e>
                  <m:r>
                    <m:rPr>
                      <m:sty m:val="p"/>
                    </m:rPr>
                    <a:rPr lang="da-DK" sz="2200" kern="1200">
                      <a:latin typeface="Cambria Math" panose="02040503050406030204" pitchFamily="18" charset="0"/>
                    </a:rPr>
                    <m:t>n</m:t>
                  </m:r>
                </m:e>
                <m:sub>
                  <m:r>
                    <m:rPr>
                      <m:sty m:val="p"/>
                    </m:rPr>
                    <a:rPr lang="da-DK" sz="2200" kern="1200">
                      <a:latin typeface="Cambria Math" panose="02040503050406030204" pitchFamily="18" charset="0"/>
                    </a:rPr>
                    <m:t>T</m:t>
                  </m:r>
                </m:sub>
              </m:sSub>
            </m:oMath>
          </a14:m>
          <a:r>
            <a:rPr lang="da-DK" sz="2200" kern="1200" dirty="0"/>
            <a:t>​ </a:t>
          </a:r>
          <a:r>
            <a:rPr lang="da-DK" sz="2200" kern="1200" dirty="0" err="1"/>
            <a:t>tails</a:t>
          </a:r>
          <a:r>
            <a:rPr lang="da-DK" sz="2200" kern="1200" dirty="0"/>
            <a:t> 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2200" kern="1200" dirty="0"/>
            <a:t>The </a:t>
          </a:r>
          <a:r>
            <a:rPr lang="da-DK" sz="2200" kern="1200" dirty="0" err="1"/>
            <a:t>Likelihood</a:t>
          </a:r>
          <a:r>
            <a:rPr lang="da-DK" sz="2200" kern="1200" dirty="0"/>
            <a:t> is:</a:t>
          </a:r>
          <a:br>
            <a:rPr lang="en-GB" sz="2200" kern="1200" dirty="0"/>
          </a:br>
          <a14:m xmlns:a14="http://schemas.microsoft.com/office/drawing/2010/main">
            <m:oMath xmlns:m="http://schemas.openxmlformats.org/officeDocument/2006/math">
              <m:r>
                <m:rPr>
                  <m:sty m:val="p"/>
                </m:rPr>
                <a:rPr lang="da-DK" sz="2200" kern="1200" smtClean="0">
                  <a:latin typeface="Cambria Math" panose="02040503050406030204" pitchFamily="18" charset="0"/>
                </a:rPr>
                <m:t>L</m:t>
              </m:r>
              <m:d>
                <m:dPr>
                  <m:ctrlPr>
                    <a:rPr lang="da-DK" sz="2200" kern="1200" smtClean="0">
                      <a:latin typeface="Cambria Math" panose="02040503050406030204" pitchFamily="18" charset="0"/>
                    </a:rPr>
                  </m:ctrlPr>
                </m:dPr>
                <m:e>
                  <m:r>
                    <m:rPr>
                      <m:sty m:val="p"/>
                    </m:rPr>
                    <a:rPr lang="da-DK" sz="2200" kern="1200" smtClean="0">
                      <a:latin typeface="Cambria Math" panose="02040503050406030204" pitchFamily="18" charset="0"/>
                    </a:rPr>
                    <m:t>θ</m:t>
                  </m:r>
                </m:e>
              </m:d>
              <m:r>
                <a:rPr lang="da-DK" sz="2200" kern="1200" smtClean="0">
                  <a:latin typeface="Cambria Math" panose="02040503050406030204" pitchFamily="18" charset="0"/>
                </a:rPr>
                <m:t>=</m:t>
              </m:r>
              <m:sSup>
                <m:sSupPr>
                  <m:ctrlPr>
                    <a:rPr lang="da-DK" sz="2200" kern="1200">
                      <a:latin typeface="Cambria Math" panose="02040503050406030204" pitchFamily="18" charset="0"/>
                    </a:rPr>
                  </m:ctrlPr>
                </m:sSupPr>
                <m:e>
                  <m:r>
                    <m:rPr>
                      <m:sty m:val="p"/>
                    </m:rPr>
                    <a:rPr lang="da-DK" sz="2200" kern="1200">
                      <a:latin typeface="Cambria Math" panose="02040503050406030204" pitchFamily="18" charset="0"/>
                    </a:rPr>
                    <m:t>θ</m:t>
                  </m:r>
                </m:e>
                <m:sup>
                  <m:sSub>
                    <m:sSubPr>
                      <m:ctrlPr>
                        <a:rPr lang="da-DK" sz="2200" kern="120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m:rPr>
                          <m:sty m:val="p"/>
                        </m:rPr>
                        <a:rPr lang="da-DK" sz="2200" kern="1200">
                          <a:latin typeface="Cambria Math" panose="02040503050406030204" pitchFamily="18" charset="0"/>
                        </a:rPr>
                        <m:t>n</m:t>
                      </m:r>
                    </m:e>
                    <m:sub>
                      <m:r>
                        <m:rPr>
                          <m:sty m:val="p"/>
                        </m:rPr>
                        <a:rPr lang="da-DK" sz="2200" kern="1200">
                          <a:latin typeface="Cambria Math" panose="02040503050406030204" pitchFamily="18" charset="0"/>
                        </a:rPr>
                        <m:t>H</m:t>
                      </m:r>
                    </m:sub>
                  </m:sSub>
                </m:sup>
              </m:sSup>
              <m:sSup>
                <m:sSupPr>
                  <m:ctrlPr>
                    <a:rPr lang="da-DK" sz="2200" i="1" kern="1200">
                      <a:latin typeface="Cambria Math" panose="02040503050406030204" pitchFamily="18" charset="0"/>
                    </a:rPr>
                  </m:ctrlPr>
                </m:sSupPr>
                <m:e>
                  <m:d>
                    <m:dPr>
                      <m:ctrlPr>
                        <a:rPr lang="da-DK" sz="2200" kern="1200">
                          <a:latin typeface="Cambria Math" panose="02040503050406030204" pitchFamily="18" charset="0"/>
                        </a:rPr>
                      </m:ctrlPr>
                    </m:dPr>
                    <m:e>
                      <m:r>
                        <a:rPr lang="da-DK" sz="2200" kern="1200">
                          <a:latin typeface="Cambria Math" panose="02040503050406030204" pitchFamily="18" charset="0"/>
                        </a:rPr>
                        <m:t>1−</m:t>
                      </m:r>
                      <m:r>
                        <m:rPr>
                          <m:sty m:val="p"/>
                        </m:rPr>
                        <a:rPr lang="da-DK" sz="2200" kern="1200">
                          <a:latin typeface="Cambria Math" panose="02040503050406030204" pitchFamily="18" charset="0"/>
                        </a:rPr>
                        <m:t>θ</m:t>
                      </m:r>
                    </m:e>
                  </m:d>
                </m:e>
                <m:sup>
                  <m:sSub>
                    <m:sSubPr>
                      <m:ctrlPr>
                        <a:rPr lang="da-DK" sz="2200" kern="120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m:rPr>
                          <m:sty m:val="p"/>
                        </m:rPr>
                        <a:rPr lang="da-DK" sz="2200" kern="1200">
                          <a:latin typeface="Cambria Math" panose="02040503050406030204" pitchFamily="18" charset="0"/>
                        </a:rPr>
                        <m:t>n</m:t>
                      </m:r>
                    </m:e>
                    <m:sub>
                      <m:r>
                        <m:rPr>
                          <m:sty m:val="p"/>
                        </m:rPr>
                        <a:rPr lang="da-DK" sz="2200" kern="1200"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</m:sup>
              </m:sSup>
              <m:r>
                <a:rPr lang="da-DK" sz="2200" i="1" kern="1200">
                  <a:latin typeface="Cambria Math" panose="02040503050406030204" pitchFamily="18" charset="0"/>
                </a:rPr>
                <m:t>​</m:t>
              </m:r>
            </m:oMath>
          </a14:m>
          <a:br>
            <a:rPr lang="en-GB" sz="2200" kern="1200" dirty="0"/>
          </a:br>
          <a:r>
            <a:rPr lang="en-GB" sz="2200" kern="1200" dirty="0"/>
            <a:t>If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da-DK" sz="2200" kern="1200">
                      <a:latin typeface="Cambria Math" panose="02040503050406030204" pitchFamily="18" charset="0"/>
                    </a:rPr>
                  </m:ctrlPr>
                </m:sSubPr>
                <m:e>
                  <m:r>
                    <m:rPr>
                      <m:sty m:val="p"/>
                    </m:rPr>
                    <a:rPr lang="da-DK" sz="2200" kern="1200">
                      <a:latin typeface="Cambria Math" panose="02040503050406030204" pitchFamily="18" charset="0"/>
                    </a:rPr>
                    <m:t>n</m:t>
                  </m:r>
                </m:e>
                <m:sub>
                  <m:r>
                    <m:rPr>
                      <m:sty m:val="p"/>
                    </m:rPr>
                    <a:rPr lang="da-DK" sz="2200" kern="1200">
                      <a:latin typeface="Cambria Math" panose="02040503050406030204" pitchFamily="18" charset="0"/>
                    </a:rPr>
                    <m:t>H</m:t>
                  </m:r>
                </m:sub>
              </m:sSub>
              <m:r>
                <a:rPr lang="da-DK" sz="2200" i="1" kern="1200">
                  <a:latin typeface="Cambria Math" panose="02040503050406030204" pitchFamily="18" charset="0"/>
                </a:rPr>
                <m:t>≠</m:t>
              </m:r>
              <m:sSub>
                <m:sSubPr>
                  <m:ctrlPr>
                    <a:rPr lang="da-DK" sz="2200" kern="1200">
                      <a:latin typeface="Cambria Math" panose="02040503050406030204" pitchFamily="18" charset="0"/>
                    </a:rPr>
                  </m:ctrlPr>
                </m:sSubPr>
                <m:e>
                  <m:r>
                    <m:rPr>
                      <m:sty m:val="p"/>
                    </m:rPr>
                    <a:rPr lang="da-DK" sz="2200" kern="1200">
                      <a:latin typeface="Cambria Math" panose="02040503050406030204" pitchFamily="18" charset="0"/>
                    </a:rPr>
                    <m:t>n</m:t>
                  </m:r>
                </m:e>
                <m:sub>
                  <m:r>
                    <m:rPr>
                      <m:sty m:val="p"/>
                    </m:rPr>
                    <a:rPr lang="da-DK" sz="2200" kern="1200">
                      <a:latin typeface="Cambria Math" panose="02040503050406030204" pitchFamily="18" charset="0"/>
                    </a:rPr>
                    <m:t>T</m:t>
                  </m:r>
                </m:sub>
              </m:sSub>
            </m:oMath>
          </a14:m>
          <a:r>
            <a:rPr lang="en-GB" sz="2200" kern="1200" dirty="0"/>
            <a:t>, the MLE algorithm will suggest that the coin is bias!</a:t>
          </a:r>
          <a:endParaRPr lang="da-DK" sz="2200" kern="1200" dirty="0"/>
        </a:p>
      </dsp:txBody>
      <dsp:txXfrm>
        <a:off x="0" y="640895"/>
        <a:ext cx="8856984" cy="187209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0CD422-EA18-4B13-8316-CCBD60F95B94}">
      <dsp:nvSpPr>
        <dsp:cNvPr id="0" name=""/>
        <dsp:cNvSpPr/>
      </dsp:nvSpPr>
      <dsp:spPr>
        <a:xfrm>
          <a:off x="0" y="20321"/>
          <a:ext cx="6097383" cy="4633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000" kern="1200" dirty="0" err="1"/>
            <a:t>Why</a:t>
          </a:r>
          <a:r>
            <a:rPr lang="da-DK" sz="2000" kern="1200" dirty="0"/>
            <a:t> do </a:t>
          </a:r>
          <a:r>
            <a:rPr lang="da-DK" sz="2000" kern="1200" dirty="0" err="1"/>
            <a:t>this</a:t>
          </a:r>
          <a:r>
            <a:rPr lang="da-DK" sz="2000" kern="1200" dirty="0"/>
            <a:t>?</a:t>
          </a:r>
        </a:p>
      </dsp:txBody>
      <dsp:txXfrm>
        <a:off x="22617" y="42938"/>
        <a:ext cx="6052149" cy="418086"/>
      </dsp:txXfrm>
    </dsp:sp>
    <dsp:sp modelId="{FA55EF8A-6431-4DC4-8D2E-8F6E1B620205}">
      <dsp:nvSpPr>
        <dsp:cNvPr id="0" name=""/>
        <dsp:cNvSpPr/>
      </dsp:nvSpPr>
      <dsp:spPr>
        <a:xfrm>
          <a:off x="0" y="483642"/>
          <a:ext cx="6097383" cy="5578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3592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a-DK" sz="1700" kern="1200" dirty="0" err="1"/>
            <a:t>Easier</a:t>
          </a:r>
          <a:r>
            <a:rPr lang="da-DK" sz="1700" kern="1200" dirty="0"/>
            <a:t> to </a:t>
          </a:r>
          <a:r>
            <a:rPr lang="da-DK" sz="1700" kern="1200" dirty="0" err="1"/>
            <a:t>work</a:t>
          </a:r>
          <a:r>
            <a:rPr lang="da-DK" sz="1700" kern="1200" dirty="0"/>
            <a:t> with </a:t>
          </a:r>
          <a:r>
            <a:rPr lang="da-DK" sz="1700" kern="1200" dirty="0" err="1"/>
            <a:t>analytically</a:t>
          </a:r>
          <a:endParaRPr lang="da-DK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a-DK" sz="1700" kern="1200" dirty="0"/>
            <a:t>More </a:t>
          </a:r>
          <a:r>
            <a:rPr lang="da-DK" sz="1700" kern="1200" dirty="0" err="1"/>
            <a:t>numerically</a:t>
          </a:r>
          <a:r>
            <a:rPr lang="da-DK" sz="1700" kern="1200" dirty="0"/>
            <a:t> stable</a:t>
          </a:r>
        </a:p>
      </dsp:txBody>
      <dsp:txXfrm>
        <a:off x="0" y="483642"/>
        <a:ext cx="6097383" cy="55786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DFA584-6644-4135-B81D-5133C30AECD5}">
      <dsp:nvSpPr>
        <dsp:cNvPr id="0" name=""/>
        <dsp:cNvSpPr/>
      </dsp:nvSpPr>
      <dsp:spPr>
        <a:xfrm rot="5400000">
          <a:off x="5980408" y="-2538619"/>
          <a:ext cx="704011" cy="595991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 dirty="0"/>
            <a:t> Reconstruct quantum state </a:t>
          </a:r>
          <a14:m xmlns:a14="http://schemas.microsoft.com/office/drawing/2010/main">
            <m:oMath xmlns:m="http://schemas.openxmlformats.org/officeDocument/2006/math">
              <m:acc>
                <m:accPr>
                  <m:chr m:val="̂"/>
                  <m:ctrlPr>
                    <a:rPr lang="da-DK" sz="1600" b="0" i="1" kern="1200">
                      <a:latin typeface="Cambria Math" panose="02040503050406030204" pitchFamily="18" charset="0"/>
                    </a:rPr>
                  </m:ctrlPr>
                </m:accPr>
                <m:e>
                  <m:r>
                    <a:rPr lang="da-DK" sz="1600" b="0" i="1" kern="1200">
                      <a:latin typeface="Cambria Math" panose="02040503050406030204" pitchFamily="18" charset="0"/>
                    </a:rPr>
                    <m:t>𝜌</m:t>
                  </m:r>
                </m:e>
              </m:acc>
            </m:oMath>
          </a14:m>
          <a:r>
            <a:rPr lang="en-GB" sz="1600" kern="1200" dirty="0"/>
            <a:t> from measured </a:t>
          </a:r>
          <a:r>
            <a:rPr lang="en-GB" sz="1600" kern="1200" dirty="0" err="1"/>
            <a:t>quadratures</a:t>
          </a:r>
          <a:r>
            <a:rPr lang="en-GB" sz="1600" kern="1200" dirty="0"/>
            <a:t>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da-DK" sz="1600" b="0" i="1" kern="1200">
                      <a:latin typeface="Cambria Math" panose="02040503050406030204" pitchFamily="18" charset="0"/>
                    </a:rPr>
                  </m:ctrlPr>
                </m:sSubPr>
                <m:e>
                  <m:d>
                    <m:dPr>
                      <m:begChr m:val="{"/>
                      <m:endChr m:val="}"/>
                      <m:ctrlPr>
                        <a:rPr lang="da-DK" sz="1600" b="0" i="1" kern="1200">
                          <a:latin typeface="Cambria Math" panose="02040503050406030204" pitchFamily="18" charset="0"/>
                        </a:rPr>
                      </m:ctrlPr>
                    </m:dPr>
                    <m:e>
                      <m:r>
                        <a:rPr lang="da-DK" sz="1600" b="0" i="1" kern="1200">
                          <a:latin typeface="Cambria Math" panose="02040503050406030204" pitchFamily="18" charset="0"/>
                        </a:rPr>
                        <m:t>𝑞</m:t>
                      </m:r>
                      <m:sSub>
                        <m:sSubPr>
                          <m:ctrlPr>
                            <a:rPr lang="da-DK" sz="1600" b="0" i="1" kern="12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da-DK" sz="1600" b="0" i="1" kern="120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a-DK" sz="1600" b="0" i="1" kern="120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sz="1600" b="0" i="1" kern="120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da-DK" sz="1600" b="0" i="1" kern="120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da-DK" sz="1600" b="0" i="1" kern="120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e>
                  </m:d>
                </m:e>
                <m:sub>
                  <m:r>
                    <a:rPr lang="da-DK" sz="1600" b="0" i="1" kern="1200">
                      <a:latin typeface="Cambria Math" panose="02040503050406030204" pitchFamily="18" charset="0"/>
                    </a:rPr>
                    <m:t>𝑎</m:t>
                  </m:r>
                  <m:r>
                    <a:rPr lang="da-DK" sz="1600" b="0" i="1" kern="1200">
                      <a:latin typeface="Cambria Math" panose="02040503050406030204" pitchFamily="18" charset="0"/>
                    </a:rPr>
                    <m:t>,</m:t>
                  </m:r>
                  <m:r>
                    <a:rPr lang="da-DK" sz="1600" b="0" i="1" kern="1200">
                      <a:latin typeface="Cambria Math" panose="02040503050406030204" pitchFamily="18" charset="0"/>
                    </a:rPr>
                    <m:t>𝑗</m:t>
                  </m:r>
                </m:sub>
              </m:sSub>
            </m:oMath>
          </a14:m>
          <a:endParaRPr lang="da-DK" sz="1600" kern="1200" dirty="0"/>
        </a:p>
      </dsp:txBody>
      <dsp:txXfrm rot="-5400000">
        <a:off x="3352455" y="123701"/>
        <a:ext cx="5925552" cy="635277"/>
      </dsp:txXfrm>
    </dsp:sp>
    <dsp:sp modelId="{09CF906B-09C8-4343-B2BD-167572238BF5}">
      <dsp:nvSpPr>
        <dsp:cNvPr id="0" name=""/>
        <dsp:cNvSpPr/>
      </dsp:nvSpPr>
      <dsp:spPr>
        <a:xfrm>
          <a:off x="0" y="1333"/>
          <a:ext cx="3352454" cy="88001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/>
            <a:t>Goal</a:t>
          </a:r>
          <a:endParaRPr lang="da-DK" sz="2600" kern="1200" dirty="0"/>
        </a:p>
      </dsp:txBody>
      <dsp:txXfrm>
        <a:off x="42959" y="44292"/>
        <a:ext cx="3266536" cy="794096"/>
      </dsp:txXfrm>
    </dsp:sp>
    <dsp:sp modelId="{24D869E7-C666-4CD0-AA00-F97A74EA895B}">
      <dsp:nvSpPr>
        <dsp:cNvPr id="0" name=""/>
        <dsp:cNvSpPr/>
      </dsp:nvSpPr>
      <dsp:spPr>
        <a:xfrm rot="5400000">
          <a:off x="5980408" y="-1614603"/>
          <a:ext cx="704011" cy="595991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 dirty="0" err="1"/>
            <a:t>Quadratures</a:t>
          </a:r>
          <a:r>
            <a:rPr lang="en-GB" sz="1600" kern="1200" dirty="0"/>
            <a:t> are not a probability function but a probability density</a:t>
          </a:r>
          <a:endParaRPr lang="da-DK" sz="1600" kern="1200" dirty="0"/>
        </a:p>
      </dsp:txBody>
      <dsp:txXfrm rot="-5400000">
        <a:off x="3352455" y="1047717"/>
        <a:ext cx="5925552" cy="635277"/>
      </dsp:txXfrm>
    </dsp:sp>
    <dsp:sp modelId="{066170AD-D90D-42B1-8439-C3761300D5A3}">
      <dsp:nvSpPr>
        <dsp:cNvPr id="0" name=""/>
        <dsp:cNvSpPr/>
      </dsp:nvSpPr>
      <dsp:spPr>
        <a:xfrm>
          <a:off x="0" y="925348"/>
          <a:ext cx="3352454" cy="88001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/>
            <a:t>Bin results</a:t>
          </a:r>
          <a:endParaRPr lang="da-DK" sz="2600" kern="1200" dirty="0"/>
        </a:p>
      </dsp:txBody>
      <dsp:txXfrm>
        <a:off x="42959" y="968307"/>
        <a:ext cx="3266536" cy="794096"/>
      </dsp:txXfrm>
    </dsp:sp>
    <dsp:sp modelId="{E4FF4ABB-0290-418A-A2D1-EB0873F31EAB}">
      <dsp:nvSpPr>
        <dsp:cNvPr id="0" name=""/>
        <dsp:cNvSpPr/>
      </dsp:nvSpPr>
      <dsp:spPr>
        <a:xfrm rot="5400000">
          <a:off x="5980408" y="-690588"/>
          <a:ext cx="704011" cy="595991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 dirty="0"/>
            <a:t>Each </a:t>
          </a:r>
          <a14:m xmlns:a14="http://schemas.microsoft.com/office/drawing/2010/main">
            <m:oMath xmlns:m="http://schemas.openxmlformats.org/officeDocument/2006/math">
              <m:r>
                <a:rPr lang="da-DK" sz="1400" i="1" kern="1200">
                  <a:latin typeface="Cambria Math" panose="02040503050406030204" pitchFamily="18" charset="0"/>
                </a:rPr>
                <m:t>𝑞</m:t>
              </m:r>
              <m:sSub>
                <m:sSubPr>
                  <m:ctrlPr>
                    <a:rPr lang="da-DK" sz="1400" i="1" kern="1200">
                      <a:latin typeface="Cambria Math" panose="02040503050406030204" pitchFamily="18" charset="0"/>
                    </a:rPr>
                  </m:ctrlPr>
                </m:sSubPr>
                <m:e>
                  <m:d>
                    <m:dPr>
                      <m:ctrlPr>
                        <a:rPr lang="da-DK" sz="1400" i="1" kern="1200">
                          <a:latin typeface="Cambria Math" panose="02040503050406030204" pitchFamily="18" charset="0"/>
                        </a:rPr>
                      </m:ctrlPr>
                    </m:dPr>
                    <m:e>
                      <m:sSub>
                        <m:sSubPr>
                          <m:ctrlPr>
                            <a:rPr lang="da-DK" sz="1400" i="1" kern="12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1400" i="1" kern="120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a-DK" sz="1400" b="0" i="1" kern="120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e>
                  </m:d>
                </m:e>
                <m:sub>
                  <m:r>
                    <a:rPr lang="da-DK" sz="1400" i="1" kern="1200">
                      <a:latin typeface="Cambria Math" panose="02040503050406030204" pitchFamily="18" charset="0"/>
                    </a:rPr>
                    <m:t>𝑗</m:t>
                  </m:r>
                </m:sub>
              </m:sSub>
              <m:r>
                <a:rPr lang="da-DK" sz="1400" i="1" kern="1200">
                  <a:latin typeface="Cambria Math" panose="02040503050406030204" pitchFamily="18" charset="0"/>
                </a:rPr>
                <m:t> </m:t>
              </m:r>
            </m:oMath>
          </a14:m>
          <a:r>
            <a:rPr lang="en-GB" sz="1400" kern="1200" dirty="0"/>
            <a:t> falls into one bin.</a:t>
          </a:r>
          <a:endParaRPr lang="da-DK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 dirty="0"/>
            <a:t>Bins characterized by projector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da-DK" sz="1400" b="0" i="1" kern="1200">
                      <a:latin typeface="Cambria Math" panose="02040503050406030204" pitchFamily="18" charset="0"/>
                    </a:rPr>
                  </m:ctrlPr>
                </m:sSubPr>
                <m:e>
                  <m:d>
                    <m:dPr>
                      <m:begChr m:val="{"/>
                      <m:endChr m:val="}"/>
                      <m:ctrlPr>
                        <a:rPr lang="da-DK" sz="1400" b="0" i="1" kern="1200">
                          <a:latin typeface="Cambria Math" panose="02040503050406030204" pitchFamily="18" charset="0"/>
                        </a:rPr>
                      </m:ctrlPr>
                    </m:dPr>
                    <m:e>
                      <m:sSubSup>
                        <m:sSubSupPr>
                          <m:ctrlPr>
                            <a:rPr lang="da-DK" sz="1400" b="0" i="1" kern="120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da-DK" sz="1400" b="0" i="0" kern="120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da-DK" sz="1400" b="0" i="0" kern="1200"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e>
                          </m:acc>
                        </m:e>
                        <m:sub>
                          <m:r>
                            <a:rPr lang="da-DK" sz="1400" i="1" kern="120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d>
                            <m:dPr>
                              <m:ctrlPr>
                                <a:rPr lang="da-DK" sz="1400" i="1" kern="120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a-DK" sz="1400" i="1" kern="120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sz="1400" i="1" kern="120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da-DK" sz="1400" b="0" i="1" kern="120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sup>
                      </m:sSubSup>
                    </m:e>
                  </m:d>
                </m:e>
                <m:sub>
                  <m:r>
                    <a:rPr lang="da-DK" sz="1400" b="0" i="1" kern="1200">
                      <a:latin typeface="Cambria Math" panose="02040503050406030204" pitchFamily="18" charset="0"/>
                    </a:rPr>
                    <m:t>𝑎</m:t>
                  </m:r>
                  <m:r>
                    <a:rPr lang="da-DK" sz="1400" b="0" i="1" kern="1200">
                      <a:latin typeface="Cambria Math" panose="02040503050406030204" pitchFamily="18" charset="0"/>
                    </a:rPr>
                    <m:t>,</m:t>
                  </m:r>
                  <m:r>
                    <a:rPr lang="da-DK" sz="1400" b="0" i="1" kern="1200">
                      <a:latin typeface="Cambria Math" panose="02040503050406030204" pitchFamily="18" charset="0"/>
                    </a:rPr>
                    <m:t>𝑏</m:t>
                  </m:r>
                </m:sub>
              </m:sSub>
            </m:oMath>
          </a14:m>
          <a:r>
            <a:rPr lang="en-GB" sz="1400" kern="1200" dirty="0"/>
            <a:t> and number of hits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da-DK" sz="1400" b="0" i="1" kern="120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da-DK" sz="1400" b="0" i="1" kern="1200">
                      <a:latin typeface="Cambria Math" panose="02040503050406030204" pitchFamily="18" charset="0"/>
                    </a:rPr>
                    <m:t>𝑁</m:t>
                  </m:r>
                </m:e>
                <m:sub>
                  <m:r>
                    <a:rPr lang="da-DK" sz="1400" b="0" i="1" kern="1200">
                      <a:latin typeface="Cambria Math" panose="02040503050406030204" pitchFamily="18" charset="0"/>
                    </a:rPr>
                    <m:t>𝑎</m:t>
                  </m:r>
                  <m:r>
                    <a:rPr lang="da-DK" sz="1400" b="0" i="1" kern="1200">
                      <a:latin typeface="Cambria Math" panose="02040503050406030204" pitchFamily="18" charset="0"/>
                    </a:rPr>
                    <m:t>,</m:t>
                  </m:r>
                  <m:r>
                    <a:rPr lang="da-DK" sz="1400" b="0" i="1" kern="1200">
                      <a:latin typeface="Cambria Math" panose="02040503050406030204" pitchFamily="18" charset="0"/>
                    </a:rPr>
                    <m:t>𝑏</m:t>
                  </m:r>
                </m:sub>
              </m:sSub>
            </m:oMath>
          </a14:m>
          <a:endParaRPr lang="da-DK" sz="1400" kern="1200" dirty="0"/>
        </a:p>
      </dsp:txBody>
      <dsp:txXfrm rot="-5400000">
        <a:off x="3352455" y="1971732"/>
        <a:ext cx="5925552" cy="635277"/>
      </dsp:txXfrm>
    </dsp:sp>
    <dsp:sp modelId="{328A635F-CD2F-43E3-B1F7-5807680B35B2}">
      <dsp:nvSpPr>
        <dsp:cNvPr id="0" name=""/>
        <dsp:cNvSpPr/>
      </dsp:nvSpPr>
      <dsp:spPr>
        <a:xfrm>
          <a:off x="0" y="1849364"/>
          <a:ext cx="3352454" cy="88001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/>
            <a:t>Bin hits and projectors</a:t>
          </a:r>
          <a:endParaRPr lang="da-DK" sz="2600" kern="1200" dirty="0"/>
        </a:p>
      </dsp:txBody>
      <dsp:txXfrm>
        <a:off x="42959" y="1892323"/>
        <a:ext cx="3266536" cy="79409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ECBED4-12ED-494B-9510-9322C1DDD610}">
      <dsp:nvSpPr>
        <dsp:cNvPr id="0" name=""/>
        <dsp:cNvSpPr/>
      </dsp:nvSpPr>
      <dsp:spPr>
        <a:xfrm>
          <a:off x="0" y="21123"/>
          <a:ext cx="9287625" cy="65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Now how do we get the state maximizing the likelihood?</a:t>
          </a:r>
          <a:endParaRPr lang="da-DK" sz="2800" kern="1200" dirty="0"/>
        </a:p>
      </dsp:txBody>
      <dsp:txXfrm>
        <a:off x="31984" y="53107"/>
        <a:ext cx="9223657" cy="59123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184BD4-4D22-422E-B23A-AC633072F452}">
      <dsp:nvSpPr>
        <dsp:cNvPr id="0" name=""/>
        <dsp:cNvSpPr/>
      </dsp:nvSpPr>
      <dsp:spPr>
        <a:xfrm>
          <a:off x="0" y="164832"/>
          <a:ext cx="8136904" cy="6493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800" kern="1200" dirty="0" err="1"/>
            <a:t>Why</a:t>
          </a:r>
          <a:r>
            <a:rPr lang="da-DK" sz="2800" kern="1200" dirty="0"/>
            <a:t> </a:t>
          </a:r>
          <a:r>
            <a:rPr lang="da-DK" sz="2800" kern="1200" dirty="0" err="1"/>
            <a:t>this</a:t>
          </a:r>
          <a:r>
            <a:rPr lang="da-DK" sz="2800" kern="1200" dirty="0"/>
            <a:t> </a:t>
          </a:r>
          <a:r>
            <a:rPr lang="da-DK" sz="2800" kern="1200" dirty="0" err="1"/>
            <a:t>works</a:t>
          </a:r>
          <a:r>
            <a:rPr lang="da-DK" sz="2800" kern="1200" dirty="0"/>
            <a:t>:</a:t>
          </a:r>
        </a:p>
      </dsp:txBody>
      <dsp:txXfrm>
        <a:off x="31699" y="196531"/>
        <a:ext cx="8073506" cy="585952"/>
      </dsp:txXfrm>
    </dsp:sp>
    <dsp:sp modelId="{E1DA5D73-F3F3-44B8-B889-20FA5013C289}">
      <dsp:nvSpPr>
        <dsp:cNvPr id="0" name=""/>
        <dsp:cNvSpPr/>
      </dsp:nvSpPr>
      <dsp:spPr>
        <a:xfrm>
          <a:off x="0" y="814182"/>
          <a:ext cx="8136904" cy="1397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347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a-DK" sz="2300" kern="1200" dirty="0"/>
            <a:t>At the </a:t>
          </a:r>
          <a:r>
            <a:rPr lang="da-DK" sz="2300" kern="1200" dirty="0" err="1"/>
            <a:t>maximum</a:t>
          </a:r>
          <a:r>
            <a:rPr lang="da-DK" sz="2300" kern="1200" dirty="0"/>
            <a:t> of the </a:t>
          </a:r>
          <a:r>
            <a:rPr lang="da-DK" sz="2300" kern="1200" dirty="0" err="1"/>
            <a:t>Likelyhood</a:t>
          </a:r>
          <a:r>
            <a:rPr lang="da-DK" sz="2300" kern="1200" dirty="0"/>
            <a:t>:</a:t>
          </a:r>
          <a:br>
            <a:rPr lang="en-GB" sz="2300" kern="1200" dirty="0">
              <a:latin typeface="Cambria Math" panose="02040503050406030204" pitchFamily="18" charset="0"/>
            </a:rPr>
          </a:br>
          <a14:m xmlns:a14="http://schemas.microsoft.com/office/drawing/2010/main">
            <m:oMath xmlns:m="http://schemas.openxmlformats.org/officeDocument/2006/math">
              <m:acc>
                <m:accPr>
                  <m:chr m:val="̂"/>
                  <m:ctrlPr>
                    <a:rPr lang="da-DK" sz="2300" kern="1200">
                      <a:latin typeface="Cambria Math" panose="02040503050406030204" pitchFamily="18" charset="0"/>
                    </a:rPr>
                  </m:ctrlPr>
                </m:accPr>
                <m:e>
                  <m:r>
                    <a:rPr lang="da-DK" sz="2300" kern="1200">
                      <a:latin typeface="Cambria Math" panose="02040503050406030204" pitchFamily="18" charset="0"/>
                    </a:rPr>
                    <m:t>𝑅</m:t>
                  </m:r>
                </m:e>
              </m:acc>
              <m:d>
                <m:dPr>
                  <m:ctrlPr>
                    <a:rPr lang="da-DK" sz="2300" i="1" kern="1200">
                      <a:latin typeface="Cambria Math" panose="02040503050406030204" pitchFamily="18" charset="0"/>
                    </a:rPr>
                  </m:ctrlPr>
                </m:dPr>
                <m:e>
                  <m:sSub>
                    <m:sSubPr>
                      <m:ctrlPr>
                        <a:rPr lang="da-DK" sz="2300" i="1" kern="1200">
                          <a:latin typeface="Cambria Math" panose="02040503050406030204" pitchFamily="18" charset="0"/>
                        </a:rPr>
                      </m:ctrlPr>
                    </m:sSubPr>
                    <m:e>
                      <m:acc>
                        <m:accPr>
                          <m:chr m:val="̂"/>
                          <m:ctrlPr>
                            <a:rPr lang="da-DK" sz="2300" kern="120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a-DK" sz="2300" kern="120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acc>
                    </m:e>
                    <m:sub>
                      <m:r>
                        <a:rPr lang="da-DK" sz="2300" kern="1200">
                          <a:latin typeface="Cambria Math" panose="02040503050406030204" pitchFamily="18" charset="0"/>
                        </a:rPr>
                        <m:t>𝑀𝐿</m:t>
                      </m:r>
                    </m:sub>
                  </m:sSub>
                </m:e>
              </m:d>
              <m:r>
                <a:rPr lang="da-DK" sz="2300" kern="1200">
                  <a:latin typeface="Cambria Math" panose="02040503050406030204" pitchFamily="18" charset="0"/>
                </a:rPr>
                <m:t> </m:t>
              </m:r>
              <m:sSub>
                <m:sSubPr>
                  <m:ctrlPr>
                    <a:rPr lang="da-DK" sz="2300" i="1" kern="1200">
                      <a:latin typeface="Cambria Math" panose="02040503050406030204" pitchFamily="18" charset="0"/>
                    </a:rPr>
                  </m:ctrlPr>
                </m:sSubPr>
                <m:e>
                  <m:acc>
                    <m:accPr>
                      <m:chr m:val="̂"/>
                      <m:ctrlPr>
                        <a:rPr lang="da-DK" sz="2300" kern="1200">
                          <a:latin typeface="Cambria Math" panose="02040503050406030204" pitchFamily="18" charset="0"/>
                        </a:rPr>
                      </m:ctrlPr>
                    </m:accPr>
                    <m:e>
                      <m:r>
                        <a:rPr lang="da-DK" sz="2300" kern="1200">
                          <a:latin typeface="Cambria Math" panose="02040503050406030204" pitchFamily="18" charset="0"/>
                        </a:rPr>
                        <m:t>𝜌</m:t>
                      </m:r>
                    </m:e>
                  </m:acc>
                </m:e>
                <m:sub>
                  <m:r>
                    <a:rPr lang="da-DK" sz="2300" kern="1200">
                      <a:latin typeface="Cambria Math" panose="02040503050406030204" pitchFamily="18" charset="0"/>
                    </a:rPr>
                    <m:t>𝑀𝐿</m:t>
                  </m:r>
                </m:sub>
              </m:sSub>
              <m:r>
                <a:rPr lang="da-DK" sz="2300" kern="1200">
                  <a:latin typeface="Cambria Math" panose="02040503050406030204" pitchFamily="18" charset="0"/>
                </a:rPr>
                <m:t>=</m:t>
              </m:r>
              <m:sSub>
                <m:sSubPr>
                  <m:ctrlPr>
                    <a:rPr lang="da-DK" sz="2300" i="1" kern="1200">
                      <a:latin typeface="Cambria Math" panose="02040503050406030204" pitchFamily="18" charset="0"/>
                    </a:rPr>
                  </m:ctrlPr>
                </m:sSubPr>
                <m:e>
                  <m:acc>
                    <m:accPr>
                      <m:chr m:val="̂"/>
                      <m:ctrlPr>
                        <a:rPr lang="da-DK" sz="2300" kern="1200">
                          <a:latin typeface="Cambria Math" panose="02040503050406030204" pitchFamily="18" charset="0"/>
                        </a:rPr>
                      </m:ctrlPr>
                    </m:accPr>
                    <m:e>
                      <m:r>
                        <a:rPr lang="da-DK" sz="2300" kern="1200">
                          <a:latin typeface="Cambria Math" panose="02040503050406030204" pitchFamily="18" charset="0"/>
                        </a:rPr>
                        <m:t>𝜌</m:t>
                      </m:r>
                    </m:e>
                  </m:acc>
                </m:e>
                <m:sub>
                  <m:r>
                    <a:rPr lang="da-DK" sz="2300" kern="1200">
                      <a:latin typeface="Cambria Math" panose="02040503050406030204" pitchFamily="18" charset="0"/>
                    </a:rPr>
                    <m:t>𝑀𝐿</m:t>
                  </m:r>
                </m:sub>
              </m:sSub>
            </m:oMath>
          </a14:m>
          <a:endParaRPr lang="da-DK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a-DK" sz="2300" kern="1200" dirty="0"/>
            <a:t>The </a:t>
          </a:r>
          <a:r>
            <a:rPr lang="da-DK" sz="2300" kern="1200" dirty="0" err="1"/>
            <a:t>algorithm</a:t>
          </a:r>
          <a:r>
            <a:rPr lang="da-DK" sz="2300" kern="1200" dirty="0"/>
            <a:t> </a:t>
          </a:r>
          <a:r>
            <a:rPr lang="da-DK" sz="2300" kern="1200" dirty="0" err="1"/>
            <a:t>searches</a:t>
          </a:r>
          <a:r>
            <a:rPr lang="da-DK" sz="2300" kern="1200" dirty="0"/>
            <a:t> for </a:t>
          </a:r>
          <a:r>
            <a:rPr lang="da-DK" sz="2300" kern="1200" dirty="0" err="1"/>
            <a:t>this</a:t>
          </a:r>
          <a:r>
            <a:rPr lang="da-DK" sz="2300" kern="1200" dirty="0"/>
            <a:t> </a:t>
          </a:r>
          <a:r>
            <a:rPr lang="da-DK" sz="2300" kern="1200" dirty="0" err="1"/>
            <a:t>fixed</a:t>
          </a:r>
          <a:r>
            <a:rPr lang="da-DK" sz="2300" kern="1200" dirty="0"/>
            <a:t> point.</a:t>
          </a:r>
          <a:br>
            <a:rPr lang="da-DK" sz="2300" kern="1200" dirty="0"/>
          </a:br>
          <a:r>
            <a:rPr lang="da-DK" sz="2300" kern="1200" dirty="0" err="1"/>
            <a:t>Convergence</a:t>
          </a:r>
          <a:r>
            <a:rPr lang="da-DK" sz="2300" kern="1200" dirty="0"/>
            <a:t> to the global </a:t>
          </a:r>
          <a:r>
            <a:rPr lang="da-DK" sz="2300" kern="1200" dirty="0" err="1"/>
            <a:t>maximum</a:t>
          </a:r>
          <a:r>
            <a:rPr lang="da-DK" sz="2300" kern="1200" dirty="0"/>
            <a:t> is not </a:t>
          </a:r>
          <a:r>
            <a:rPr lang="da-DK" sz="2300" kern="1200" dirty="0" err="1"/>
            <a:t>guaranteed</a:t>
          </a:r>
          <a:r>
            <a:rPr lang="da-DK" sz="2300" kern="1200" dirty="0"/>
            <a:t>.</a:t>
          </a:r>
        </a:p>
      </dsp:txBody>
      <dsp:txXfrm>
        <a:off x="0" y="814182"/>
        <a:ext cx="8136904" cy="139725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CD300B-A3F5-4985-B7F3-137C848EE5CD}">
      <dsp:nvSpPr>
        <dsp:cNvPr id="0" name=""/>
        <dsp:cNvSpPr/>
      </dsp:nvSpPr>
      <dsp:spPr>
        <a:xfrm>
          <a:off x="0" y="28639"/>
          <a:ext cx="9312374" cy="46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 dirty="0"/>
            <a:t>Input</a:t>
          </a:r>
          <a:r>
            <a:rPr lang="en-GB" sz="2000" kern="1200" dirty="0"/>
            <a:t>:</a:t>
          </a:r>
          <a:endParaRPr lang="da-DK" sz="2000" kern="1200" dirty="0"/>
        </a:p>
      </dsp:txBody>
      <dsp:txXfrm>
        <a:off x="22846" y="51485"/>
        <a:ext cx="9266682" cy="422308"/>
      </dsp:txXfrm>
    </dsp:sp>
    <dsp:sp modelId="{FF6517B3-AB67-431C-97E3-7DAD46736112}">
      <dsp:nvSpPr>
        <dsp:cNvPr id="0" name=""/>
        <dsp:cNvSpPr/>
      </dsp:nvSpPr>
      <dsp:spPr>
        <a:xfrm>
          <a:off x="0" y="496639"/>
          <a:ext cx="9312374" cy="1097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5668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en-GB" sz="1800" kern="1200" dirty="0"/>
            <a:t>Range vector </a:t>
          </a:r>
          <a14:m xmlns:a14="http://schemas.microsoft.com/office/drawing/2010/main">
            <m:oMath xmlns:m="http://schemas.openxmlformats.org/officeDocument/2006/math">
              <m:sSubSup>
                <m:sSubSupPr>
                  <m:ctrlPr>
                    <a:rPr lang="da-DK" sz="1800" b="0" i="1" kern="1200">
                      <a:latin typeface="Cambria Math" panose="02040503050406030204" pitchFamily="18" charset="0"/>
                    </a:rPr>
                  </m:ctrlPr>
                </m:sSubSupPr>
                <m:e>
                  <m:d>
                    <m:dPr>
                      <m:begChr m:val="{"/>
                      <m:endChr m:val="}"/>
                      <m:ctrlPr>
                        <a:rPr lang="da-DK" sz="1800" b="0" i="1" kern="1200">
                          <a:latin typeface="Cambria Math" panose="02040503050406030204" pitchFamily="18" charset="0"/>
                        </a:rPr>
                      </m:ctrlPr>
                    </m:dPr>
                    <m:e>
                      <m:r>
                        <a:rPr lang="da-DK" sz="1800" b="0" i="1" kern="1200">
                          <a:latin typeface="Cambria Math" panose="02040503050406030204" pitchFamily="18" charset="0"/>
                        </a:rPr>
                        <m:t>𝑥</m:t>
                      </m:r>
                    </m:e>
                  </m:d>
                </m:e>
                <m:sub>
                  <m:sSub>
                    <m:sSubPr>
                      <m:ctrlPr>
                        <a:rPr lang="da-DK" sz="1800" b="0" i="1" kern="120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da-DK" sz="1800" b="0" i="1" kern="120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a-DK" sz="1800" b="0" i="1" kern="12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sz="1800" b="0" i="1" kern="1200">
                          <a:latin typeface="Cambria Math" panose="02040503050406030204" pitchFamily="18" charset="0"/>
                        </a:rPr>
                        <m:t>𝑥</m:t>
                      </m:r>
                    </m:e>
                    <m:sub>
                      <m:r>
                        <a:rPr lang="da-DK" sz="1800" b="0" i="1" kern="1200">
                          <a:latin typeface="Cambria Math" panose="02040503050406030204" pitchFamily="18" charset="0"/>
                        </a:rPr>
                        <m:t>𝑚𝑖𝑛</m:t>
                      </m:r>
                    </m:sub>
                  </m:sSub>
                </m:sub>
                <m:sup>
                  <m:sSub>
                    <m:sSubPr>
                      <m:ctrlPr>
                        <a:rPr lang="da-DK" sz="1800" b="0" i="1" kern="120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da-DK" sz="1800" b="0" i="1" kern="1200">
                          <a:latin typeface="Cambria Math" panose="02040503050406030204" pitchFamily="18" charset="0"/>
                        </a:rPr>
                        <m:t>𝑥</m:t>
                      </m:r>
                    </m:e>
                    <m:sub>
                      <m:r>
                        <a:rPr lang="da-DK" sz="1800" b="0" i="1" kern="1200">
                          <a:latin typeface="Cambria Math" panose="02040503050406030204" pitchFamily="18" charset="0"/>
                        </a:rPr>
                        <m:t>𝑚𝑎𝑥</m:t>
                      </m:r>
                    </m:sub>
                  </m:sSub>
                </m:sup>
              </m:sSubSup>
            </m:oMath>
          </a14:m>
          <a:endParaRPr lang="da-DK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en-GB" sz="1800" kern="1200" dirty="0"/>
            <a:t>Homodyne samples: select angles </a:t>
          </a:r>
          <a14:m xmlns:a14="http://schemas.microsoft.com/office/drawing/2010/main">
            <m:oMath xmlns:m="http://schemas.openxmlformats.org/officeDocument/2006/math">
              <m:sSubSup>
                <m:sSubSupPr>
                  <m:ctrlPr>
                    <a:rPr lang="da-DK" sz="1800" i="1" kern="1200">
                      <a:latin typeface="Cambria Math" panose="02040503050406030204" pitchFamily="18" charset="0"/>
                    </a:rPr>
                  </m:ctrlPr>
                </m:sSubSupPr>
                <m:e>
                  <m:d>
                    <m:dPr>
                      <m:begChr m:val="{"/>
                      <m:endChr m:val="}"/>
                      <m:ctrlPr>
                        <a:rPr lang="da-DK" sz="1800" i="1" kern="1200">
                          <a:latin typeface="Cambria Math" panose="02040503050406030204" pitchFamily="18" charset="0"/>
                        </a:rPr>
                      </m:ctrlPr>
                    </m:dPr>
                    <m:e>
                      <m:sSub>
                        <m:sSubPr>
                          <m:ctrlPr>
                            <a:rPr lang="da-DK" sz="1800" i="1" kern="12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1800" i="1" kern="120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a-DK" sz="1800" i="1" kern="120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e>
                  </m:d>
                </m:e>
                <m:sub>
                  <m:r>
                    <a:rPr lang="da-DK" sz="1800" i="1" kern="1200">
                      <a:latin typeface="Cambria Math" panose="02040503050406030204" pitchFamily="18" charset="0"/>
                    </a:rPr>
                    <m:t>𝑎</m:t>
                  </m:r>
                  <m:r>
                    <a:rPr lang="da-DK" sz="1800" b="0" i="1" kern="1200">
                      <a:latin typeface="Cambria Math" panose="02040503050406030204" pitchFamily="18" charset="0"/>
                    </a:rPr>
                    <m:t>=1</m:t>
                  </m:r>
                </m:sub>
                <m:sup>
                  <m:sSub>
                    <m:sSubPr>
                      <m:ctrlPr>
                        <a:rPr lang="da-DK" sz="1800" b="0" i="1" kern="120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da-DK" sz="1800" b="0" i="1" kern="1200">
                          <a:latin typeface="Cambria Math" panose="02040503050406030204" pitchFamily="18" charset="0"/>
                        </a:rPr>
                        <m:t>𝑛</m:t>
                      </m:r>
                    </m:e>
                    <m:sub>
                      <m:r>
                        <a:rPr lang="da-DK" sz="1800" b="0" i="1" kern="1200">
                          <a:latin typeface="Cambria Math" panose="02040503050406030204" pitchFamily="18" charset="0"/>
                        </a:rPr>
                        <m:t>𝑎</m:t>
                      </m:r>
                    </m:sub>
                  </m:sSub>
                </m:sup>
              </m:sSubSup>
            </m:oMath>
          </a14:m>
          <a:r>
            <a:rPr lang="en-GB" sz="1800" kern="1200" dirty="0"/>
            <a:t> and samples per angle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da-DK" sz="1800" b="0" i="1" kern="120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da-DK" sz="1800" b="0" i="1" kern="1200">
                      <a:latin typeface="Cambria Math" panose="02040503050406030204" pitchFamily="18" charset="0"/>
                    </a:rPr>
                    <m:t>𝑛</m:t>
                  </m:r>
                </m:e>
                <m:sub>
                  <m:r>
                    <a:rPr lang="da-DK" sz="1800" b="0" i="1" kern="1200">
                      <a:latin typeface="Cambria Math" panose="02040503050406030204" pitchFamily="18" charset="0"/>
                    </a:rPr>
                    <m:t>𝜃</m:t>
                  </m:r>
                </m:sub>
              </m:sSub>
            </m:oMath>
          </a14:m>
          <a:endParaRPr lang="da-DK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en-GB" sz="1800" kern="1200" dirty="0"/>
            <a:t>Run sampling: choose target state, </a:t>
          </a:r>
          <a:r>
            <a:rPr lang="da-DK" sz="1800" kern="1200" dirty="0" err="1"/>
            <a:t>number</a:t>
          </a:r>
          <a:r>
            <a:rPr lang="da-DK" sz="1800" kern="1200" dirty="0"/>
            <a:t> of bins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da-DK" sz="1800" i="1" kern="120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da-DK" sz="1800" i="1" kern="1200">
                      <a:latin typeface="Cambria Math" panose="02040503050406030204" pitchFamily="18" charset="0"/>
                    </a:rPr>
                    <m:t>𝑛</m:t>
                  </m:r>
                </m:e>
                <m:sub>
                  <m:r>
                    <a:rPr lang="da-DK" sz="1800" i="1" kern="1200">
                      <a:latin typeface="Cambria Math" panose="02040503050406030204" pitchFamily="18" charset="0"/>
                    </a:rPr>
                    <m:t>𝑏</m:t>
                  </m:r>
                </m:sub>
              </m:sSub>
            </m:oMath>
          </a14:m>
          <a:r>
            <a:rPr lang="en-GB" sz="1800" kern="1200" dirty="0"/>
            <a:t> and get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da-DK" sz="1800" i="1" kern="1200">
                      <a:latin typeface="Cambria Math" panose="02040503050406030204" pitchFamily="18" charset="0"/>
                    </a:rPr>
                  </m:ctrlPr>
                </m:sSubPr>
                <m:e>
                  <m:d>
                    <m:dPr>
                      <m:begChr m:val="{"/>
                      <m:endChr m:val="}"/>
                      <m:ctrlPr>
                        <a:rPr lang="da-DK" sz="1800" i="1" kern="1200">
                          <a:latin typeface="Cambria Math" panose="02040503050406030204" pitchFamily="18" charset="0"/>
                        </a:rPr>
                      </m:ctrlPr>
                    </m:dPr>
                    <m:e>
                      <m:sSub>
                        <m:sSubPr>
                          <m:ctrlPr>
                            <a:rPr lang="da-DK" sz="1800" i="1" kern="12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1800" i="1" kern="120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da-DK" sz="1800" i="1" kern="120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da-DK" sz="1800" b="0" i="1" kern="12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a-DK" sz="1800" b="0" i="1" kern="120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e>
                  </m:d>
                </m:e>
                <m:sub>
                  <m:r>
                    <a:rPr lang="da-DK" sz="1800" i="1" kern="1200">
                      <a:latin typeface="Cambria Math" panose="02040503050406030204" pitchFamily="18" charset="0"/>
                    </a:rPr>
                    <m:t>𝑎</m:t>
                  </m:r>
                  <m:r>
                    <a:rPr lang="da-DK" sz="1800" b="0" i="1" kern="1200">
                      <a:latin typeface="Cambria Math" panose="02040503050406030204" pitchFamily="18" charset="0"/>
                    </a:rPr>
                    <m:t>,</m:t>
                  </m:r>
                  <m:r>
                    <a:rPr lang="da-DK" sz="1800" b="0" i="1" kern="1200">
                      <a:latin typeface="Cambria Math" panose="02040503050406030204" pitchFamily="18" charset="0"/>
                    </a:rPr>
                    <m:t>𝑏</m:t>
                  </m:r>
                </m:sub>
              </m:sSub>
            </m:oMath>
          </a14:m>
          <a:endParaRPr lang="da-DK" sz="1800" kern="1200" dirty="0"/>
        </a:p>
      </dsp:txBody>
      <dsp:txXfrm>
        <a:off x="0" y="496639"/>
        <a:ext cx="9312374" cy="1097100"/>
      </dsp:txXfrm>
    </dsp:sp>
    <dsp:sp modelId="{A4D0422F-21A9-4ED1-A0B8-36963C1E6F7A}">
      <dsp:nvSpPr>
        <dsp:cNvPr id="0" name=""/>
        <dsp:cNvSpPr/>
      </dsp:nvSpPr>
      <dsp:spPr>
        <a:xfrm>
          <a:off x="0" y="1593739"/>
          <a:ext cx="9312374" cy="46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000" b="1" kern="1200" dirty="0"/>
            <a:t>Run </a:t>
          </a:r>
          <a:r>
            <a:rPr lang="da-DK" sz="2000" b="1" kern="1200" dirty="0" err="1"/>
            <a:t>Algorithm</a:t>
          </a:r>
          <a:r>
            <a:rPr lang="da-DK" sz="2000" kern="1200" dirty="0"/>
            <a:t>: </a:t>
          </a:r>
          <a:r>
            <a:rPr lang="da-DK" sz="2000" kern="1200" dirty="0" err="1"/>
            <a:t>Two</a:t>
          </a:r>
          <a:r>
            <a:rPr lang="da-DK" sz="2000" kern="1200" dirty="0"/>
            <a:t> </a:t>
          </a:r>
          <a:r>
            <a:rPr lang="da-DK" sz="2000" kern="1200" dirty="0" err="1"/>
            <a:t>stoping</a:t>
          </a:r>
          <a:r>
            <a:rPr lang="da-DK" sz="2000" kern="1200" dirty="0"/>
            <a:t> </a:t>
          </a:r>
          <a:r>
            <a:rPr lang="da-DK" sz="2000" kern="1200" dirty="0" err="1"/>
            <a:t>conditions</a:t>
          </a:r>
          <a:endParaRPr lang="da-DK" sz="2000" kern="1200" dirty="0"/>
        </a:p>
      </dsp:txBody>
      <dsp:txXfrm>
        <a:off x="22846" y="1616585"/>
        <a:ext cx="9266682" cy="422308"/>
      </dsp:txXfrm>
    </dsp:sp>
    <dsp:sp modelId="{9CE7D12D-A64F-41E0-802E-8123D23C3C48}">
      <dsp:nvSpPr>
        <dsp:cNvPr id="0" name=""/>
        <dsp:cNvSpPr/>
      </dsp:nvSpPr>
      <dsp:spPr>
        <a:xfrm>
          <a:off x="0" y="2061739"/>
          <a:ext cx="9312374" cy="931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5668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da-DK" sz="1800" kern="1200" dirty="0"/>
            <a:t>Run for a </a:t>
          </a:r>
          <a:r>
            <a:rPr lang="da-DK" sz="1800" kern="1200" dirty="0" err="1"/>
            <a:t>fixed</a:t>
          </a:r>
          <a:r>
            <a:rPr lang="da-DK" sz="1800" kern="1200" dirty="0"/>
            <a:t> </a:t>
          </a:r>
          <a:r>
            <a:rPr lang="da-DK" sz="1800" kern="1200" dirty="0" err="1"/>
            <a:t>number</a:t>
          </a:r>
          <a:r>
            <a:rPr lang="da-DK" sz="1800" kern="1200" dirty="0"/>
            <a:t> of iterations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da-DK" sz="1800" kern="1200" dirty="0"/>
            <a:t>Run </a:t>
          </a:r>
          <a:r>
            <a:rPr lang="da-DK" sz="1800" kern="1200" dirty="0" err="1"/>
            <a:t>until</a:t>
          </a:r>
          <a:r>
            <a:rPr lang="da-DK" sz="1800" kern="1200" dirty="0"/>
            <a:t> </a:t>
          </a:r>
          <a:r>
            <a:rPr lang="da-DK" sz="1800" kern="1200" dirty="0" err="1"/>
            <a:t>two</a:t>
          </a:r>
          <a:r>
            <a:rPr lang="da-DK" sz="1800" kern="1200" dirty="0"/>
            <a:t> </a:t>
          </a:r>
          <a:r>
            <a:rPr lang="da-DK" sz="1800" kern="1200" dirty="0" err="1"/>
            <a:t>subsecuent</a:t>
          </a:r>
          <a:r>
            <a:rPr lang="da-DK" sz="1800" kern="1200" dirty="0"/>
            <a:t> </a:t>
          </a:r>
          <a:r>
            <a:rPr lang="da-DK" sz="1800" kern="1200" dirty="0" err="1"/>
            <a:t>states</a:t>
          </a:r>
          <a:r>
            <a:rPr lang="da-DK" sz="1800" kern="1200" dirty="0"/>
            <a:t> </a:t>
          </a:r>
          <a:r>
            <a:rPr lang="da-DK" sz="1800" kern="1200" dirty="0" err="1"/>
            <a:t>are</a:t>
          </a:r>
          <a:r>
            <a:rPr lang="da-DK" sz="1800" kern="1200" dirty="0"/>
            <a:t> </a:t>
          </a:r>
          <a:r>
            <a:rPr lang="da-DK" sz="1800" kern="1200" dirty="0" err="1"/>
            <a:t>close</a:t>
          </a:r>
          <a:r>
            <a:rPr lang="da-DK" sz="1800" kern="1200" dirty="0"/>
            <a:t> to the same:</a:t>
          </a:r>
          <a:br>
            <a:rPr lang="en-GB" sz="1800" i="1" kern="1200" dirty="0"/>
          </a:b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da-DK" sz="1800" i="1" kern="120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da-DK" sz="1800" i="1" kern="1200">
                      <a:latin typeface="Cambria Math" panose="02040503050406030204" pitchFamily="18" charset="0"/>
                    </a:rPr>
                    <m:t>𝑓</m:t>
                  </m:r>
                  <m:r>
                    <a:rPr lang="da-DK" sz="1800" b="0" i="1" kern="1200">
                      <a:latin typeface="Cambria Math" panose="02040503050406030204" pitchFamily="18" charset="0"/>
                    </a:rPr>
                    <m:t>𝑖𝑑</m:t>
                  </m:r>
                </m:e>
                <m:sub>
                  <m:r>
                    <a:rPr lang="da-DK" sz="1800" b="0" i="1" kern="1200">
                      <a:latin typeface="Cambria Math" panose="02040503050406030204" pitchFamily="18" charset="0"/>
                    </a:rPr>
                    <m:t>𝑠𝑡𝑒𝑝</m:t>
                  </m:r>
                </m:sub>
              </m:sSub>
              <m:d>
                <m:dPr>
                  <m:ctrlPr>
                    <a:rPr lang="da-DK" sz="1800" i="1" kern="1200">
                      <a:latin typeface="Cambria Math" panose="02040503050406030204" pitchFamily="18" charset="0"/>
                    </a:rPr>
                  </m:ctrlPr>
                </m:dPr>
                <m:e>
                  <m:r>
                    <a:rPr lang="da-DK" sz="1800" i="1" kern="1200">
                      <a:latin typeface="Cambria Math" panose="02040503050406030204" pitchFamily="18" charset="0"/>
                    </a:rPr>
                    <m:t>𝑛</m:t>
                  </m:r>
                </m:e>
              </m:d>
              <m:r>
                <a:rPr lang="da-DK" sz="1800" i="1" kern="1200">
                  <a:latin typeface="Cambria Math" panose="02040503050406030204" pitchFamily="18" charset="0"/>
                </a:rPr>
                <m:t>= </m:t>
              </m:r>
              <m:r>
                <a:rPr lang="da-DK" sz="1800" i="1" kern="1200">
                  <a:latin typeface="Cambria Math" panose="02040503050406030204" pitchFamily="18" charset="0"/>
                </a:rPr>
                <m:t>𝑓𝑖𝑑</m:t>
              </m:r>
              <m:d>
                <m:dPr>
                  <m:ctrlPr>
                    <a:rPr lang="da-DK" sz="1800" b="0" i="1" kern="1200">
                      <a:latin typeface="Cambria Math" panose="02040503050406030204" pitchFamily="18" charset="0"/>
                    </a:rPr>
                  </m:ctrlPr>
                </m:dPr>
                <m:e>
                  <m:sSup>
                    <m:sSupPr>
                      <m:ctrlPr>
                        <a:rPr lang="da-DK" sz="1800" b="0" i="1" kern="1200">
                          <a:latin typeface="Cambria Math" panose="02040503050406030204" pitchFamily="18" charset="0"/>
                        </a:rPr>
                      </m:ctrlPr>
                    </m:sSupPr>
                    <m:e>
                      <m:acc>
                        <m:accPr>
                          <m:chr m:val="̂"/>
                          <m:ctrlPr>
                            <a:rPr lang="da-DK" sz="1800" b="0" i="1" kern="120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a-DK" sz="1800" b="0" i="1" kern="1200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da-DK" sz="1800" b="0" i="1" kern="120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</m:e>
                    <m:sup>
                      <m:d>
                        <m:dPr>
                          <m:ctrlPr>
                            <a:rPr lang="da-DK" sz="1800" b="0" i="1" kern="12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1800" b="0" i="1" kern="120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sup>
                  </m:sSup>
                  <m:r>
                    <a:rPr lang="da-DK" sz="1800" i="1" kern="1200">
                      <a:latin typeface="Cambria Math" panose="02040503050406030204" pitchFamily="18" charset="0"/>
                    </a:rPr>
                    <m:t>,</m:t>
                  </m:r>
                  <m:sSup>
                    <m:sSupPr>
                      <m:ctrlPr>
                        <a:rPr lang="da-DK" sz="1800" i="1" kern="1200">
                          <a:latin typeface="Cambria Math" panose="02040503050406030204" pitchFamily="18" charset="0"/>
                        </a:rPr>
                      </m:ctrlPr>
                    </m:sSupPr>
                    <m:e>
                      <m:acc>
                        <m:accPr>
                          <m:chr m:val="̂"/>
                          <m:ctrlPr>
                            <a:rPr lang="da-DK" sz="1800" i="1" kern="120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a-DK" sz="1800" i="1" kern="1200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da-DK" sz="1800" i="1" kern="120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</m:e>
                    <m:sup>
                      <m:d>
                        <m:dPr>
                          <m:ctrlPr>
                            <a:rPr lang="da-DK" sz="1800" i="1" kern="12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1800" i="1" kern="120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a-DK" sz="1800" b="0" i="1" kern="120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</m:sup>
                  </m:sSup>
                </m:e>
              </m:d>
              <m:r>
                <a:rPr lang="da-DK" sz="1800" b="0" i="1" kern="1200">
                  <a:latin typeface="Cambria Math" panose="02040503050406030204" pitchFamily="18" charset="0"/>
                </a:rPr>
                <m:t>≈</m:t>
              </m:r>
              <m:r>
                <a:rPr lang="da-DK" sz="1800" i="1" kern="1200">
                  <a:latin typeface="Cambria Math" panose="02040503050406030204" pitchFamily="18" charset="0"/>
                </a:rPr>
                <m:t> 1</m:t>
              </m:r>
            </m:oMath>
          </a14:m>
          <a:endParaRPr lang="da-DK" sz="1800" kern="1200" dirty="0"/>
        </a:p>
      </dsp:txBody>
      <dsp:txXfrm>
        <a:off x="0" y="2061739"/>
        <a:ext cx="9312374" cy="931500"/>
      </dsp:txXfrm>
    </dsp:sp>
    <dsp:sp modelId="{61C14D11-48D4-4789-9917-023E12BC17A0}">
      <dsp:nvSpPr>
        <dsp:cNvPr id="0" name=""/>
        <dsp:cNvSpPr/>
      </dsp:nvSpPr>
      <dsp:spPr>
        <a:xfrm>
          <a:off x="0" y="2993238"/>
          <a:ext cx="9312374" cy="46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000" b="1" kern="1200" dirty="0"/>
            <a:t>Returns</a:t>
          </a:r>
          <a:r>
            <a:rPr lang="da-DK" sz="2000" kern="1200" dirty="0"/>
            <a:t>:</a:t>
          </a:r>
        </a:p>
      </dsp:txBody>
      <dsp:txXfrm>
        <a:off x="22846" y="3016084"/>
        <a:ext cx="9266682" cy="422308"/>
      </dsp:txXfrm>
    </dsp:sp>
    <dsp:sp modelId="{8235BDF7-0320-43B9-A3E0-F4BAEE623783}">
      <dsp:nvSpPr>
        <dsp:cNvPr id="0" name=""/>
        <dsp:cNvSpPr/>
      </dsp:nvSpPr>
      <dsp:spPr>
        <a:xfrm>
          <a:off x="0" y="3461239"/>
          <a:ext cx="9312374" cy="10557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5668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da-DK" sz="1800" kern="1200" dirty="0"/>
            <a:t>Final </a:t>
          </a:r>
          <a:r>
            <a:rPr lang="da-DK" sz="1800" kern="1200" dirty="0" err="1"/>
            <a:t>state</a:t>
          </a:r>
          <a:r>
            <a:rPr lang="da-DK" sz="1800" kern="1200" dirty="0"/>
            <a:t>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da-DK" sz="1800" b="0" i="1" kern="1200">
                      <a:latin typeface="Cambria Math" panose="02040503050406030204" pitchFamily="18" charset="0"/>
                    </a:rPr>
                  </m:ctrlPr>
                </m:sSubPr>
                <m:e>
                  <m:acc>
                    <m:accPr>
                      <m:chr m:val="̂"/>
                      <m:ctrlPr>
                        <a:rPr lang="da-DK" sz="1800" b="0" i="1" kern="1200">
                          <a:latin typeface="Cambria Math" panose="02040503050406030204" pitchFamily="18" charset="0"/>
                        </a:rPr>
                      </m:ctrlPr>
                    </m:accPr>
                    <m:e>
                      <m:r>
                        <a:rPr lang="da-DK" sz="1800" b="0" i="1" kern="1200">
                          <a:latin typeface="Cambria Math" panose="02040503050406030204" pitchFamily="18" charset="0"/>
                        </a:rPr>
                        <m:t>𝜌</m:t>
                      </m:r>
                    </m:e>
                  </m:acc>
                </m:e>
                <m:sub>
                  <m:r>
                    <a:rPr lang="da-DK" sz="1800" b="0" i="1" kern="1200">
                      <a:latin typeface="Cambria Math" panose="02040503050406030204" pitchFamily="18" charset="0"/>
                    </a:rPr>
                    <m:t>𝑜𝑢𝑡</m:t>
                  </m:r>
                </m:sub>
              </m:sSub>
            </m:oMath>
          </a14:m>
          <a:endParaRPr lang="da-DK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da-DK" sz="1800" kern="1200" dirty="0"/>
            <a:t>List of all the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da-DK" sz="1800" i="1" kern="1200">
                      <a:latin typeface="Cambria Math" panose="02040503050406030204" pitchFamily="18" charset="0"/>
                    </a:rPr>
                  </m:ctrlPr>
                </m:sSubPr>
                <m:e>
                  <m:d>
                    <m:dPr>
                      <m:begChr m:val="{"/>
                      <m:endChr m:val="}"/>
                      <m:ctrlPr>
                        <a:rPr lang="da-DK" sz="1800" i="1" kern="1200">
                          <a:latin typeface="Cambria Math" panose="02040503050406030204" pitchFamily="18" charset="0"/>
                        </a:rPr>
                      </m:ctrlPr>
                    </m:dPr>
                    <m:e>
                      <m:sSub>
                        <m:sSubPr>
                          <m:ctrlPr>
                            <a:rPr lang="da-DK" sz="1800" i="1" kern="12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1800" i="1" kern="1200">
                              <a:latin typeface="Cambria Math" panose="02040503050406030204" pitchFamily="18" charset="0"/>
                            </a:rPr>
                            <m:t>𝑓𝑖𝑑</m:t>
                          </m:r>
                        </m:e>
                        <m:sub>
                          <m:r>
                            <a:rPr lang="da-DK" sz="1800" i="1" kern="1200">
                              <a:latin typeface="Cambria Math" panose="02040503050406030204" pitchFamily="18" charset="0"/>
                            </a:rPr>
                            <m:t>𝑠𝑡𝑒𝑝</m:t>
                          </m:r>
                        </m:sub>
                      </m:sSub>
                      <m:d>
                        <m:dPr>
                          <m:ctrlPr>
                            <a:rPr lang="da-DK" sz="1800" i="1" kern="12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1800" i="1" kern="120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e>
                  </m:d>
                </m:e>
                <m:sub>
                  <m:r>
                    <a:rPr lang="da-DK" sz="1800" b="0" i="1" kern="1200">
                      <a:latin typeface="Cambria Math" panose="02040503050406030204" pitchFamily="18" charset="0"/>
                    </a:rPr>
                    <m:t>𝑛</m:t>
                  </m:r>
                </m:sub>
              </m:sSub>
              <m:r>
                <a:rPr lang="da-DK" sz="1800" i="1" kern="1200">
                  <a:latin typeface="Cambria Math" panose="02040503050406030204" pitchFamily="18" charset="0"/>
                </a:rPr>
                <m:t> </m:t>
              </m:r>
            </m:oMath>
          </a14:m>
          <a:endParaRPr lang="da-DK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da-DK" sz="1800" kern="1200" dirty="0" err="1"/>
            <a:t>Optionally</a:t>
          </a:r>
          <a:r>
            <a:rPr lang="da-DK" sz="1800" kern="1200" dirty="0"/>
            <a:t> all the </a:t>
          </a:r>
          <a:r>
            <a:rPr lang="da-DK" sz="1800" kern="1200" dirty="0" err="1"/>
            <a:t>intermediate</a:t>
          </a:r>
          <a:r>
            <a:rPr lang="da-DK" sz="1800" kern="1200" dirty="0"/>
            <a:t> </a:t>
          </a:r>
          <a:r>
            <a:rPr lang="da-DK" sz="1800" kern="1200" dirty="0" err="1"/>
            <a:t>states</a:t>
          </a:r>
          <a:r>
            <a:rPr lang="da-DK" sz="1800" kern="1200" dirty="0"/>
            <a:t>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da-DK" sz="1800" i="1" kern="1200">
                      <a:latin typeface="Cambria Math" panose="02040503050406030204" pitchFamily="18" charset="0"/>
                    </a:rPr>
                  </m:ctrlPr>
                </m:sSubPr>
                <m:e>
                  <m:d>
                    <m:dPr>
                      <m:begChr m:val="{"/>
                      <m:endChr m:val="}"/>
                      <m:ctrlPr>
                        <a:rPr lang="da-DK" sz="1800" i="1" kern="1200">
                          <a:latin typeface="Cambria Math" panose="02040503050406030204" pitchFamily="18" charset="0"/>
                        </a:rPr>
                      </m:ctrlPr>
                    </m:dPr>
                    <m:e>
                      <m:sSup>
                        <m:sSupPr>
                          <m:ctrlPr>
                            <a:rPr lang="da-DK" sz="1800" i="1" kern="120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da-DK" sz="1800" i="1" kern="120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a-DK" sz="1800" i="1" kern="120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a:rPr lang="da-DK" sz="1800" i="1" kern="120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</m:e>
                        <m:sup>
                          <m:d>
                            <m:dPr>
                              <m:ctrlPr>
                                <a:rPr lang="da-DK" sz="1800" i="1" kern="120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sz="1800" i="1" kern="12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p>
                      </m:sSup>
                    </m:e>
                  </m:d>
                </m:e>
                <m:sub>
                  <m:r>
                    <a:rPr lang="da-DK" sz="1800" b="0" i="1" kern="1200">
                      <a:latin typeface="Cambria Math" panose="02040503050406030204" pitchFamily="18" charset="0"/>
                    </a:rPr>
                    <m:t>𝑛</m:t>
                  </m:r>
                </m:sub>
              </m:sSub>
            </m:oMath>
          </a14:m>
          <a:endParaRPr lang="da-DK" sz="1800" kern="1200" dirty="0"/>
        </a:p>
      </dsp:txBody>
      <dsp:txXfrm>
        <a:off x="0" y="3461239"/>
        <a:ext cx="9312374" cy="105570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8D6DE3-95EA-419F-B002-A250C12445E8}">
      <dsp:nvSpPr>
        <dsp:cNvPr id="0" name=""/>
        <dsp:cNvSpPr/>
      </dsp:nvSpPr>
      <dsp:spPr>
        <a:xfrm>
          <a:off x="0" y="0"/>
          <a:ext cx="4545578" cy="4545578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FF7CC95-B8A2-4E12-89EF-D05BC1749D8B}">
      <dsp:nvSpPr>
        <dsp:cNvPr id="0" name=""/>
        <dsp:cNvSpPr/>
      </dsp:nvSpPr>
      <dsp:spPr>
        <a:xfrm>
          <a:off x="2272789" y="0"/>
          <a:ext cx="7039584" cy="454557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/>
            <a:t>Benchmarking simulation parameters </a:t>
          </a:r>
          <a:r>
            <a:rPr lang="en-GB" sz="2400" kern="1200" dirty="0"/>
            <a:t>(</a:t>
          </a:r>
          <a:r>
            <a:rPr lang="en-GB" sz="2400" i="1" kern="1200" dirty="0" err="1"/>
            <a:t>benchmark_nb.ipynb</a:t>
          </a:r>
          <a:r>
            <a:rPr lang="en-GB" sz="2400" kern="1200" dirty="0"/>
            <a:t>)</a:t>
          </a:r>
          <a:endParaRPr lang="da-DK" sz="2400" kern="1200" dirty="0"/>
        </a:p>
      </dsp:txBody>
      <dsp:txXfrm>
        <a:off x="2272789" y="0"/>
        <a:ext cx="3519792" cy="2159149"/>
      </dsp:txXfrm>
    </dsp:sp>
    <dsp:sp modelId="{243793E3-BD86-4DE1-973A-80DFB5DC3556}">
      <dsp:nvSpPr>
        <dsp:cNvPr id="0" name=""/>
        <dsp:cNvSpPr/>
      </dsp:nvSpPr>
      <dsp:spPr>
        <a:xfrm>
          <a:off x="1193214" y="2159149"/>
          <a:ext cx="2159149" cy="2159149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A0695DE-1002-4E95-B695-5BB17691B9DD}">
      <dsp:nvSpPr>
        <dsp:cNvPr id="0" name=""/>
        <dsp:cNvSpPr/>
      </dsp:nvSpPr>
      <dsp:spPr>
        <a:xfrm>
          <a:off x="2272789" y="2159149"/>
          <a:ext cx="7039584" cy="21591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400" b="1" kern="1200" dirty="0"/>
            <a:t>Interactive running of the </a:t>
          </a:r>
          <a:r>
            <a:rPr lang="da-DK" sz="2400" b="1" kern="1200" dirty="0" err="1"/>
            <a:t>algorithm</a:t>
          </a:r>
          <a:r>
            <a:rPr lang="da-DK" sz="2400" b="1" kern="1200" dirty="0"/>
            <a:t> </a:t>
          </a:r>
          <a:r>
            <a:rPr lang="da-DK" sz="2400" kern="1200" dirty="0"/>
            <a:t>(</a:t>
          </a:r>
          <a:r>
            <a:rPr lang="da-DK" sz="2400" i="1" kern="1200" dirty="0" err="1"/>
            <a:t>interactive.ipynb</a:t>
          </a:r>
          <a:r>
            <a:rPr lang="da-DK" sz="2400" kern="1200" dirty="0"/>
            <a:t>)</a:t>
          </a:r>
        </a:p>
      </dsp:txBody>
      <dsp:txXfrm>
        <a:off x="2272789" y="2159149"/>
        <a:ext cx="3519792" cy="2159149"/>
      </dsp:txXfrm>
    </dsp:sp>
    <dsp:sp modelId="{DB6E1FB8-1C36-45CA-B527-730853EAF458}">
      <dsp:nvSpPr>
        <dsp:cNvPr id="0" name=""/>
        <dsp:cNvSpPr/>
      </dsp:nvSpPr>
      <dsp:spPr>
        <a:xfrm>
          <a:off x="5792581" y="0"/>
          <a:ext cx="3519792" cy="2159149"/>
        </a:xfrm>
        <a:prstGeom prst="rect">
          <a:avLst/>
        </a:prstGeom>
        <a:noFill/>
        <a:ln w="9525" cap="flat" cmpd="sng" algn="ctr">
          <a:noFill/>
          <a:prstDash val="solid"/>
        </a:ln>
        <a:effectLst/>
        <a:sp3d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/>
            <a:t>Test different parameters to see how the algorithm behaves:</a:t>
          </a:r>
          <a:endParaRPr lang="da-DK" sz="2000" kern="1200" dirty="0"/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/>
            <a:t>Target states</a:t>
          </a:r>
          <a:endParaRPr lang="da-DK" sz="2000" kern="1200" dirty="0"/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/>
            <a:t>Binning (play with </a:t>
          </a:r>
          <a:r>
            <a:rPr lang="en-GB" sz="2000" kern="1200" dirty="0" err="1"/>
            <a:t>n_b</a:t>
          </a:r>
          <a:r>
            <a:rPr lang="en-GB" sz="2000" kern="1200" dirty="0"/>
            <a:t>)</a:t>
          </a:r>
          <a:endParaRPr lang="da-DK" sz="2000" kern="1200" dirty="0"/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/>
            <a:t>Samples (play with </a:t>
          </a:r>
          <a:r>
            <a:rPr lang="en-GB" sz="2000" kern="1200" dirty="0" err="1"/>
            <a:t>n_a</a:t>
          </a:r>
          <a:r>
            <a:rPr lang="en-GB" sz="2000" kern="1200" dirty="0"/>
            <a:t> and </a:t>
          </a:r>
          <a:r>
            <a:rPr lang="en-GB" sz="2000" kern="1200" dirty="0" err="1"/>
            <a:t>n_theta</a:t>
          </a:r>
          <a:r>
            <a:rPr lang="en-GB" sz="2000" kern="1200" dirty="0"/>
            <a:t>)</a:t>
          </a:r>
          <a:endParaRPr lang="da-DK" sz="2000" kern="1200" dirty="0"/>
        </a:p>
      </dsp:txBody>
      <dsp:txXfrm>
        <a:off x="5792581" y="0"/>
        <a:ext cx="3519792" cy="2159149"/>
      </dsp:txXfrm>
    </dsp:sp>
    <dsp:sp modelId="{9BA2C780-4D95-4E26-910F-558846CCE386}">
      <dsp:nvSpPr>
        <dsp:cNvPr id="0" name=""/>
        <dsp:cNvSpPr/>
      </dsp:nvSpPr>
      <dsp:spPr>
        <a:xfrm>
          <a:off x="5792581" y="2159149"/>
          <a:ext cx="3519792" cy="2159149"/>
        </a:xfrm>
        <a:prstGeom prst="rect">
          <a:avLst/>
        </a:prstGeom>
        <a:noFill/>
        <a:ln w="9525" cap="flat" cmpd="sng" algn="ctr">
          <a:noFill/>
          <a:prstDash val="solid"/>
        </a:ln>
        <a:effectLst/>
        <a:sp3d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2000" kern="1200" dirty="0"/>
            <a:t>Select </a:t>
          </a:r>
          <a:r>
            <a:rPr lang="da-DK" sz="2000" kern="1200" dirty="0" err="1"/>
            <a:t>different</a:t>
          </a:r>
          <a:r>
            <a:rPr lang="da-DK" sz="2000" kern="1200" dirty="0"/>
            <a:t> </a:t>
          </a:r>
          <a:r>
            <a:rPr lang="da-DK" sz="2000" kern="1200" dirty="0" err="1"/>
            <a:t>target</a:t>
          </a:r>
          <a:r>
            <a:rPr lang="da-DK" sz="2000" kern="1200" dirty="0"/>
            <a:t> </a:t>
          </a:r>
          <a:r>
            <a:rPr lang="da-DK" sz="2000" kern="1200" dirty="0" err="1"/>
            <a:t>states</a:t>
          </a:r>
          <a:r>
            <a:rPr lang="da-DK" sz="2000" kern="1200" dirty="0"/>
            <a:t> and </a:t>
          </a:r>
          <a:r>
            <a:rPr lang="da-DK" sz="2000" kern="1200" dirty="0" err="1"/>
            <a:t>play</a:t>
          </a:r>
          <a:r>
            <a:rPr lang="da-DK" sz="2000" kern="1200" dirty="0"/>
            <a:t> with the sampling and </a:t>
          </a:r>
          <a:r>
            <a:rPr lang="da-DK" sz="2000" kern="1200" dirty="0" err="1"/>
            <a:t>algorithm</a:t>
          </a:r>
          <a:r>
            <a:rPr lang="da-DK" sz="2000" kern="1200" dirty="0"/>
            <a:t> parameters</a:t>
          </a:r>
        </a:p>
      </dsp:txBody>
      <dsp:txXfrm>
        <a:off x="5792581" y="2159149"/>
        <a:ext cx="3519792" cy="21591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3/layout/RandomtoResultProcess">
  <dgm:title val=""/>
  <dgm:desc val=""/>
  <dgm:catLst>
    <dgm:cat type="process" pri="127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Name0">
    <dgm:varLst>
      <dgm:dir/>
      <dgm:animOne val="branch"/>
      <dgm:animLvl val="lvl"/>
    </dgm:varLst>
    <dgm:choose name="Name1">
      <dgm:if name="Name2" func="var" arg="dir" op="equ" val="norm">
        <dgm:alg type="lin">
          <dgm:param type="fallback" val="2D"/>
          <dgm:param type="nodeVertAlign" val="t"/>
        </dgm:alg>
      </dgm:if>
      <dgm:else name="Name3">
        <dgm:alg type="lin">
          <dgm:param type="fallback" val="2D"/>
          <dgm:param type="nodeVertAlign" val="t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userH" refType="h" fact="2"/>
      <dgm:constr type="w" for="ch" forName="chaos" refType="userH" fact="0.681"/>
      <dgm:constr type="h" for="ch" forName="chaos" refType="userH"/>
      <dgm:constr type="w" for="ch" forName="middle" refType="userH" fact="0.6"/>
      <dgm:constr type="h" for="ch" forName="middle" refType="userH"/>
      <dgm:constr type="w" for="ch" forName="last" refType="userH" fact="0.6"/>
      <dgm:constr type="h" for="ch" forName="last" refType="userH"/>
      <dgm:constr type="w" for="ch" forName="chevronComposite1" refType="userH" fact="0.22"/>
      <dgm:constr type="h" for="ch" forName="chevronComposite1" refType="userH" fact="0.52"/>
      <dgm:constr type="w" for="ch" forName="chevronComposite2" refType="userH" fact="0.22"/>
      <dgm:constr type="h" for="ch" forName="chevronComposite2" refType="userH" fact="0.52"/>
      <dgm:constr type="w" for="ch" forName="overlap" refType="userH" fact="-0.04"/>
      <dgm:constr type="h" for="ch" forName="overlap" refType="userH" fact="0.06"/>
      <dgm:constr type="primFontSz" for="des" forName="parTx1" op="equ" val="65"/>
      <dgm:constr type="primFontSz" for="des" forName="parTxMid" refType="primFontSz" refFor="des" refForName="parTx1" op="equ"/>
      <dgm:constr type="primFontSz" for="des" forName="circleTx" refType="primFontSz" refFor="des" refForName="parTx1" op="equ"/>
      <dgm:constr type="primFontSz" for="des" forName="desTx1" op="equ" val="65"/>
      <dgm:constr type="primFontSz" for="des" forName="desTxMid" refType="primFontSz" refFor="des" refForName="desTx1" op="equ"/>
      <dgm:constr type="primFontSz" for="des" forName="desTxN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chaos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parTx1" refType="w" fact="0.5"/>
              <dgm:constr type="t" for="ch" forName="parTx1" refType="w" fact="0.32"/>
              <dgm:constr type="w" for="ch" forName="parTx1" refType="w" fact="0.88"/>
              <dgm:constr type="h" for="ch" forName="parTx1" refType="w" fact="0.29"/>
              <dgm:constr type="ctrX" for="ch" forName="desTx1" refType="w" fact="0.5"/>
              <dgm:constr type="b" for="ch" forName="desTx1" refType="h"/>
              <dgm:constr type="w" for="ch" forName="desTx1" refType="w" fact="0.88"/>
              <dgm:constr type="h" for="ch" forName="desTx1" refType="h" fact="0.37"/>
              <dgm:constr type="l" for="ch" forName="c1" refType="w" fact="0.05"/>
              <dgm:constr type="t" for="ch" forName="c1" refType="w" fact="0.23"/>
              <dgm:constr type="w" for="ch" forName="c1" refType="w" fact="0.07"/>
              <dgm:constr type="h" for="ch" forName="c1" refType="w" refFor="ch" refForName="c1"/>
              <dgm:constr type="l" for="ch" forName="c2" refType="w" fact="0.1"/>
              <dgm:constr type="t" for="ch" forName="c2" refType="w" fact="0.13"/>
              <dgm:constr type="w" for="ch" forName="c2" refType="w" fact="0.07"/>
              <dgm:constr type="h" for="ch" forName="c2" refType="w" refFor="ch" refForName="c2"/>
              <dgm:constr type="l" for="ch" forName="c3" refType="w" fact="0.22"/>
              <dgm:constr type="t" for="ch" forName="c3" refType="w" fact="0.15"/>
              <dgm:constr type="w" for="ch" forName="c3" refType="w" fact="0.11"/>
              <dgm:constr type="h" for="ch" forName="c3" refType="w" refFor="ch" refForName="c3"/>
              <dgm:constr type="l" for="ch" forName="c4" refType="w" fact="0.32"/>
              <dgm:constr type="t" for="ch" forName="c4" refType="w" fact="0.04"/>
              <dgm:constr type="w" for="ch" forName="c4" refType="w" fact="0.07"/>
              <dgm:constr type="h" for="ch" forName="c4" refType="w" refFor="ch" refForName="c4"/>
              <dgm:constr type="l" for="ch" forName="c5" refType="w" fact="0.45"/>
              <dgm:constr type="t" for="ch" forName="c5" refType="w" fact="0"/>
              <dgm:constr type="w" for="ch" forName="c5" refType="w" fact="0.07"/>
              <dgm:constr type="h" for="ch" forName="c5" refType="w" refFor="ch" refForName="c5"/>
              <dgm:constr type="l" for="ch" forName="c6" refType="w" fact="0.61"/>
              <dgm:constr type="t" for="ch" forName="c6" refType="w" fact="0.07"/>
              <dgm:constr type="w" for="ch" forName="c6" refType="w" fact="0.07"/>
              <dgm:constr type="h" for="ch" forName="c6" refType="w" refFor="ch" refForName="c6"/>
              <dgm:constr type="l" for="ch" forName="c7" refType="w" fact="0.71"/>
              <dgm:constr type="t" for="ch" forName="c7" refType="w" fact="0.12"/>
              <dgm:constr type="w" for="ch" forName="c7" refType="w" fact="0.11"/>
              <dgm:constr type="h" for="ch" forName="c7" refType="w" refFor="ch" refForName="c7"/>
              <dgm:constr type="l" for="ch" forName="c8" refType="w" fact="0.85"/>
              <dgm:constr type="t" for="ch" forName="c8" refType="w" fact="0.23"/>
              <dgm:constr type="w" for="ch" forName="c8" refType="w" fact="0.07"/>
              <dgm:constr type="h" for="ch" forName="c8" refType="w" refFor="ch" refForName="c8"/>
              <dgm:constr type="l" for="ch" forName="c9" refType="w" fact="0.91"/>
              <dgm:constr type="t" for="ch" forName="c9" refType="w" fact="0.34"/>
              <dgm:constr type="w" for="ch" forName="c9" refType="w" fact="0.07"/>
              <dgm:constr type="h" for="ch" forName="c9" refType="w" refFor="ch" refForName="c9"/>
              <dgm:constr type="l" for="ch" forName="c10" refType="w" fact="0.39"/>
              <dgm:constr type="t" for="ch" forName="c10" refType="w" fact="0.13"/>
              <dgm:constr type="w" for="ch" forName="c10" refType="w" fact="0.18"/>
              <dgm:constr type="h" for="ch" forName="c10" refType="w" refFor="ch" refForName="c10"/>
              <dgm:constr type="l" for="ch" forName="c11" refType="w" fact="0"/>
              <dgm:constr type="t" for="ch" forName="c11" refType="w" fact="0.51"/>
              <dgm:constr type="w" for="ch" forName="c11" refType="w" fact="0.07"/>
              <dgm:constr type="h" for="ch" forName="c11" refType="w" refFor="ch" refForName="c11"/>
              <dgm:constr type="l" for="ch" forName="c12" refType="w" fact="0.06"/>
              <dgm:constr type="t" for="ch" forName="c12" refType="w" fact="0.6"/>
              <dgm:constr type="w" for="ch" forName="c12" refType="w" fact="0.11"/>
              <dgm:constr type="h" for="ch" forName="c12" refType="w" refFor="ch" refForName="c12"/>
              <dgm:constr type="l" for="ch" forName="c13" refType="w" fact="0.21"/>
              <dgm:constr type="t" for="ch" forName="c13" refType="w" fact="0.68"/>
              <dgm:constr type="w" for="ch" forName="c13" refType="w" fact="0.16"/>
              <dgm:constr type="h" for="ch" forName="c13" refType="w" refFor="ch" refForName="c13"/>
              <dgm:constr type="l" for="ch" forName="c14" refType="w" fact="0.42"/>
              <dgm:constr type="t" for="ch" forName="c14" refType="w" fact="0.81"/>
              <dgm:constr type="w" for="ch" forName="c14" refType="w" fact="0.07"/>
              <dgm:constr type="h" for="ch" forName="c14" refType="w" refFor="ch" refForName="c14"/>
              <dgm:constr type="l" for="ch" forName="c15" refType="w" fact="0.46"/>
              <dgm:constr type="t" for="ch" forName="c15" refType="w" fact="0.68"/>
              <dgm:constr type="w" for="ch" forName="c15" refType="w" fact="0.11"/>
              <dgm:constr type="h" for="ch" forName="c15" refType="w" refFor="ch" refForName="c15"/>
              <dgm:constr type="l" for="ch" forName="c16" refType="w" fact="0.56"/>
              <dgm:constr type="t" for="ch" forName="c16" refType="w" fact="0.82"/>
              <dgm:constr type="w" for="ch" forName="c16" refType="w" fact="0.07"/>
              <dgm:constr type="h" for="ch" forName="c16" refType="w" refFor="ch" refForName="c16"/>
              <dgm:constr type="l" for="ch" forName="c17" refType="w" fact="0.65"/>
              <dgm:constr type="t" for="ch" forName="c17" refType="w" fact="0.66"/>
              <dgm:constr type="w" for="ch" forName="c17" refType="w" fact="0.16"/>
              <dgm:constr type="h" for="ch" forName="c17" refType="w" refFor="ch" refForName="c17"/>
              <dgm:constr type="l" for="ch" forName="c18" refType="w" fact="0.87"/>
              <dgm:constr type="t" for="ch" forName="c18" refType="w" fact="0.62"/>
              <dgm:constr type="w" for="ch" forName="c18" refType="w" fact="0.11"/>
              <dgm:constr type="h" for="ch" forName="c18" refType="w" refFor="ch" refForName="c18"/>
            </dgm:constrLst>
            <dgm:layoutNode name="parTx1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7">
              <dgm:if name="Name8" axis="ch" ptType="node" func="cnt" op="gte" val="1">
                <dgm:layoutNode name="desTx1" styleLbl="revTx">
                  <dgm:varLst>
                    <dgm:bulletEnabled val="1"/>
                  </dgm:varLst>
                  <dgm:choose name="Name9">
                    <dgm:if name="Name10" axis="ch" ptType="node" func="cnt" op="equ" val="1">
                      <dgm:alg type="tx">
                        <dgm:param type="shpTxLTRAlignCh" val="l"/>
                      </dgm:alg>
                    </dgm:if>
                    <dgm:else name="Name11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2"/>
            </dgm:choose>
            <dgm:layoutNode name="c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9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0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layoutNode>
        </dgm:if>
        <dgm:if name="Name13" axis="self" ptType="node" func="revPos" op="equ" val="1">
          <dgm:layoutNode name="last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circleTx" refType="w" fact="0.5"/>
              <dgm:constr type="t" for="ch" forName="circleTx" refType="w" fact="0.117"/>
              <dgm:constr type="w" for="ch" forName="circleTx" refType="h" refFor="ch" refForName="circleTx"/>
              <dgm:constr type="h" for="ch" forName="circleTx" refType="w" fact="0.85"/>
              <dgm:constr type="l" for="ch" forName="desTxN"/>
              <dgm:constr type="b" for="ch" forName="desTxN" refType="h"/>
              <dgm:constr type="w" for="ch" forName="desTxN" refType="w"/>
              <dgm:constr type="h" for="ch" forName="desTxN" refType="h" fact="0.37"/>
              <dgm:constr type="ctrX" for="ch" forName="spN" refType="w" fact="0.5"/>
              <dgm:constr type="t" for="ch" forName="spN"/>
              <dgm:constr type="w" for="ch" forName="spN" refType="w" fact="0.93"/>
              <dgm:constr type="h" for="ch" forName="spN" refType="h" fact="0.01"/>
            </dgm:constrLst>
            <dgm:layoutNode name="circleTx" styleLbl="node1">
              <dgm:alg type="tx"/>
              <dgm:shape xmlns:r="http://schemas.openxmlformats.org/officeDocument/2006/relationships" type="ellipse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  <dgm:choose name="Name14">
              <dgm:if name="Name15" axis="ch" ptType="node" func="cnt" op="gte" val="1">
                <dgm:layoutNode name="desTxN" styleLbl="revTx">
                  <dgm:varLst>
                    <dgm:bulletEnabled val="1"/>
                  </dgm:varLst>
                  <dgm:choose name="Name16">
                    <dgm:if name="Name17" axis="ch" ptType="node" func="cnt" op="equ" val="1">
                      <dgm:alg type="tx">
                        <dgm:param type="shpTxLTRAlignCh" val="l"/>
                      </dgm:alg>
                    </dgm:if>
                    <dgm:else name="Name18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  <dgm:layoutNode name="spN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if>
        <dgm:else name="Name20">
          <dgm:layoutNode name="middl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l" for="ch" forName="parTxMid"/>
              <dgm:constr type="t" for="ch" forName="parTxMid" refType="w" fact="0.167"/>
              <dgm:constr type="w" for="ch" forName="parTxMid" refType="w"/>
              <dgm:constr type="h" for="ch" forName="parTxMid" refType="w" fact="0.7"/>
              <dgm:constr type="l" for="ch" forName="desTxMid"/>
              <dgm:constr type="b" for="ch" forName="desTxMid" refType="h"/>
              <dgm:constr type="w" for="ch" forName="desTxMid" refType="w"/>
              <dgm:constr type="h" for="ch" forName="desTxMid" refType="h" fact="0.37"/>
              <dgm:constr type="ctrX" for="ch" forName="spMid" refType="w" fact="0.5"/>
              <dgm:constr type="t" for="ch" forName="spMid"/>
              <dgm:constr type="w" for="ch" forName="spMid" refType="w" fact="0.01"/>
              <dgm:constr type="h" for="ch" forName="spMid" refType="h" fact="0.01"/>
            </dgm:constrLst>
            <dgm:layoutNode name="parTxMid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21">
              <dgm:if name="Name22" axis="ch" ptType="node" func="cnt" op="gte" val="1">
                <dgm:layoutNode name="desTxMid" styleLbl="revTx">
                  <dgm:varLst>
                    <dgm:bulletEnabled val="1"/>
                  </dgm:varLst>
                  <dgm:choose name="Name23">
                    <dgm:if name="Name24" axis="ch" ptType="node" func="cnt" op="equ" val="1">
                      <dgm:alg type="tx">
                        <dgm:param type="shpTxLTRAlignCh" val="l"/>
                      </dgm:alg>
                    </dgm:if>
                    <dgm:else name="Name25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26"/>
            </dgm:choose>
            <dgm:layoutNode name="spMid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else>
      </dgm:choose>
      <dgm:forEach name="Name27" axis="followSib" ptType="sibTrans" cnt="1">
        <dgm:layoutNode name="chevronComposite1" styleLbl="alignImgPlace1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chevron1"/>
            <dgm:constr type="t" for="ch" forName="chevron1" refType="h" fact="0.1923"/>
            <dgm:constr type="w" for="ch" forName="chevron1" refType="w"/>
            <dgm:constr type="b" for="ch" forName="chevron1" refType="h"/>
            <dgm:constr type="l" for="ch" forName="spChevron1"/>
            <dgm:constr type="t" for="ch" forName="spChevron1"/>
            <dgm:constr type="w" for="ch" forName="spChevron1" refType="w" fact="0.01"/>
            <dgm:constr type="h" for="ch" forName="spChevron1" refType="h" fact="0.01"/>
          </dgm:constrLst>
          <dgm:layoutNode name="chevron1">
            <dgm:alg type="sp"/>
            <dgm:choose name="Name28">
              <dgm:if name="Name29" func="var" arg="dir" op="equ" val="norm">
                <dgm:shape xmlns:r="http://schemas.openxmlformats.org/officeDocument/2006/relationships" type="chevron" r:blip="">
                  <dgm:adjLst>
                    <dgm:adj idx="1" val="0.6231"/>
                  </dgm:adjLst>
                </dgm:shape>
              </dgm:if>
              <dgm:else name="Name30">
                <dgm:shape xmlns:r="http://schemas.openxmlformats.org/officeDocument/2006/relationships" rot="180" type="chevron" r:blip="">
                  <dgm:adjLst>
                    <dgm:adj idx="1" val="0.6231"/>
                  </dgm:adjLst>
                </dgm:shape>
              </dgm:else>
            </dgm:choose>
            <dgm:presOf/>
          </dgm:layoutNode>
          <dgm:layoutNode name="spChevron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  <dgm:choose name="Name31">
          <dgm:if name="Name32" axis="root ch" ptType="all node" func="cnt" op="equ" val="2">
            <dgm:layoutNode name="overl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chevronComposite2" styleLbl="alignImgPlace1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l" for="ch" forName="chevron2"/>
                <dgm:constr type="t" for="ch" forName="chevron2" refType="h" fact="0.1923"/>
                <dgm:constr type="w" for="ch" forName="chevron2" refType="w"/>
                <dgm:constr type="b" for="ch" forName="chevron2" refType="h"/>
                <dgm:constr type="l" for="ch" forName="spChevron2"/>
                <dgm:constr type="t" for="ch" forName="spChevron2"/>
                <dgm:constr type="w" for="ch" forName="spChevron2" refType="w" fact="0.01"/>
                <dgm:constr type="h" for="ch" forName="spChevron2" refType="h" fact="0.01"/>
              </dgm:constrLst>
              <dgm:layoutNode name="chevron2">
                <dgm:alg type="sp"/>
                <dgm:choose name="Name33">
                  <dgm:if name="Name34" func="var" arg="dir" op="equ" val="norm">
                    <dgm:shape xmlns:r="http://schemas.openxmlformats.org/officeDocument/2006/relationships" type="chevron" r:blip="">
                      <dgm:adjLst>
                        <dgm:adj idx="1" val="0.6231"/>
                      </dgm:adjLst>
                    </dgm:shape>
                  </dgm:if>
                  <dgm:else name="Name35">
                    <dgm:shape xmlns:r="http://schemas.openxmlformats.org/officeDocument/2006/relationships" rot="180" type="chevron" r:blip="">
                      <dgm:adjLst>
                        <dgm:adj idx="1" val="0.6231"/>
                      </dgm:adjLst>
                    </dgm:shape>
                  </dgm:else>
                </dgm:choose>
                <dgm:presOf/>
              </dgm:layoutNode>
              <dgm:layoutNode name="spChevron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layoutNode>
          </dgm:if>
          <dgm:else name="Name36"/>
        </dgm:choos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9/3/layout/RandomtoResultProcess">
  <dgm:title val=""/>
  <dgm:desc val=""/>
  <dgm:catLst>
    <dgm:cat type="process" pri="127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Name0">
    <dgm:varLst>
      <dgm:dir/>
      <dgm:animOne val="branch"/>
      <dgm:animLvl val="lvl"/>
    </dgm:varLst>
    <dgm:choose name="Name1">
      <dgm:if name="Name2" func="var" arg="dir" op="equ" val="norm">
        <dgm:alg type="lin">
          <dgm:param type="fallback" val="2D"/>
          <dgm:param type="nodeVertAlign" val="t"/>
        </dgm:alg>
      </dgm:if>
      <dgm:else name="Name3">
        <dgm:alg type="lin">
          <dgm:param type="fallback" val="2D"/>
          <dgm:param type="nodeVertAlign" val="t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userH" refType="h" fact="2"/>
      <dgm:constr type="w" for="ch" forName="chaos" refType="userH" fact="0.681"/>
      <dgm:constr type="h" for="ch" forName="chaos" refType="userH"/>
      <dgm:constr type="w" for="ch" forName="middle" refType="userH" fact="0.6"/>
      <dgm:constr type="h" for="ch" forName="middle" refType="userH"/>
      <dgm:constr type="w" for="ch" forName="last" refType="userH" fact="0.6"/>
      <dgm:constr type="h" for="ch" forName="last" refType="userH"/>
      <dgm:constr type="w" for="ch" forName="chevronComposite1" refType="userH" fact="0.22"/>
      <dgm:constr type="h" for="ch" forName="chevronComposite1" refType="userH" fact="0.52"/>
      <dgm:constr type="w" for="ch" forName="chevronComposite2" refType="userH" fact="0.22"/>
      <dgm:constr type="h" for="ch" forName="chevronComposite2" refType="userH" fact="0.52"/>
      <dgm:constr type="w" for="ch" forName="overlap" refType="userH" fact="-0.04"/>
      <dgm:constr type="h" for="ch" forName="overlap" refType="userH" fact="0.06"/>
      <dgm:constr type="primFontSz" for="des" forName="parTx1" op="equ" val="65"/>
      <dgm:constr type="primFontSz" for="des" forName="parTxMid" refType="primFontSz" refFor="des" refForName="parTx1" op="equ"/>
      <dgm:constr type="primFontSz" for="des" forName="circleTx" refType="primFontSz" refFor="des" refForName="parTx1" op="equ"/>
      <dgm:constr type="primFontSz" for="des" forName="desTx1" op="equ" val="65"/>
      <dgm:constr type="primFontSz" for="des" forName="desTxMid" refType="primFontSz" refFor="des" refForName="desTx1" op="equ"/>
      <dgm:constr type="primFontSz" for="des" forName="desTxN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chaos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parTx1" refType="w" fact="0.5"/>
              <dgm:constr type="t" for="ch" forName="parTx1" refType="w" fact="0.32"/>
              <dgm:constr type="w" for="ch" forName="parTx1" refType="w" fact="0.88"/>
              <dgm:constr type="h" for="ch" forName="parTx1" refType="w" fact="0.29"/>
              <dgm:constr type="ctrX" for="ch" forName="desTx1" refType="w" fact="0.5"/>
              <dgm:constr type="b" for="ch" forName="desTx1" refType="h"/>
              <dgm:constr type="w" for="ch" forName="desTx1" refType="w" fact="0.88"/>
              <dgm:constr type="h" for="ch" forName="desTx1" refType="h" fact="0.37"/>
              <dgm:constr type="l" for="ch" forName="c1" refType="w" fact="0.05"/>
              <dgm:constr type="t" for="ch" forName="c1" refType="w" fact="0.23"/>
              <dgm:constr type="w" for="ch" forName="c1" refType="w" fact="0.07"/>
              <dgm:constr type="h" for="ch" forName="c1" refType="w" refFor="ch" refForName="c1"/>
              <dgm:constr type="l" for="ch" forName="c2" refType="w" fact="0.1"/>
              <dgm:constr type="t" for="ch" forName="c2" refType="w" fact="0.13"/>
              <dgm:constr type="w" for="ch" forName="c2" refType="w" fact="0.07"/>
              <dgm:constr type="h" for="ch" forName="c2" refType="w" refFor="ch" refForName="c2"/>
              <dgm:constr type="l" for="ch" forName="c3" refType="w" fact="0.22"/>
              <dgm:constr type="t" for="ch" forName="c3" refType="w" fact="0.15"/>
              <dgm:constr type="w" for="ch" forName="c3" refType="w" fact="0.11"/>
              <dgm:constr type="h" for="ch" forName="c3" refType="w" refFor="ch" refForName="c3"/>
              <dgm:constr type="l" for="ch" forName="c4" refType="w" fact="0.32"/>
              <dgm:constr type="t" for="ch" forName="c4" refType="w" fact="0.04"/>
              <dgm:constr type="w" for="ch" forName="c4" refType="w" fact="0.07"/>
              <dgm:constr type="h" for="ch" forName="c4" refType="w" refFor="ch" refForName="c4"/>
              <dgm:constr type="l" for="ch" forName="c5" refType="w" fact="0.45"/>
              <dgm:constr type="t" for="ch" forName="c5" refType="w" fact="0"/>
              <dgm:constr type="w" for="ch" forName="c5" refType="w" fact="0.07"/>
              <dgm:constr type="h" for="ch" forName="c5" refType="w" refFor="ch" refForName="c5"/>
              <dgm:constr type="l" for="ch" forName="c6" refType="w" fact="0.61"/>
              <dgm:constr type="t" for="ch" forName="c6" refType="w" fact="0.07"/>
              <dgm:constr type="w" for="ch" forName="c6" refType="w" fact="0.07"/>
              <dgm:constr type="h" for="ch" forName="c6" refType="w" refFor="ch" refForName="c6"/>
              <dgm:constr type="l" for="ch" forName="c7" refType="w" fact="0.71"/>
              <dgm:constr type="t" for="ch" forName="c7" refType="w" fact="0.12"/>
              <dgm:constr type="w" for="ch" forName="c7" refType="w" fact="0.11"/>
              <dgm:constr type="h" for="ch" forName="c7" refType="w" refFor="ch" refForName="c7"/>
              <dgm:constr type="l" for="ch" forName="c8" refType="w" fact="0.85"/>
              <dgm:constr type="t" for="ch" forName="c8" refType="w" fact="0.23"/>
              <dgm:constr type="w" for="ch" forName="c8" refType="w" fact="0.07"/>
              <dgm:constr type="h" for="ch" forName="c8" refType="w" refFor="ch" refForName="c8"/>
              <dgm:constr type="l" for="ch" forName="c9" refType="w" fact="0.91"/>
              <dgm:constr type="t" for="ch" forName="c9" refType="w" fact="0.34"/>
              <dgm:constr type="w" for="ch" forName="c9" refType="w" fact="0.07"/>
              <dgm:constr type="h" for="ch" forName="c9" refType="w" refFor="ch" refForName="c9"/>
              <dgm:constr type="l" for="ch" forName="c10" refType="w" fact="0.39"/>
              <dgm:constr type="t" for="ch" forName="c10" refType="w" fact="0.13"/>
              <dgm:constr type="w" for="ch" forName="c10" refType="w" fact="0.18"/>
              <dgm:constr type="h" for="ch" forName="c10" refType="w" refFor="ch" refForName="c10"/>
              <dgm:constr type="l" for="ch" forName="c11" refType="w" fact="0"/>
              <dgm:constr type="t" for="ch" forName="c11" refType="w" fact="0.51"/>
              <dgm:constr type="w" for="ch" forName="c11" refType="w" fact="0.07"/>
              <dgm:constr type="h" for="ch" forName="c11" refType="w" refFor="ch" refForName="c11"/>
              <dgm:constr type="l" for="ch" forName="c12" refType="w" fact="0.06"/>
              <dgm:constr type="t" for="ch" forName="c12" refType="w" fact="0.6"/>
              <dgm:constr type="w" for="ch" forName="c12" refType="w" fact="0.11"/>
              <dgm:constr type="h" for="ch" forName="c12" refType="w" refFor="ch" refForName="c12"/>
              <dgm:constr type="l" for="ch" forName="c13" refType="w" fact="0.21"/>
              <dgm:constr type="t" for="ch" forName="c13" refType="w" fact="0.68"/>
              <dgm:constr type="w" for="ch" forName="c13" refType="w" fact="0.16"/>
              <dgm:constr type="h" for="ch" forName="c13" refType="w" refFor="ch" refForName="c13"/>
              <dgm:constr type="l" for="ch" forName="c14" refType="w" fact="0.42"/>
              <dgm:constr type="t" for="ch" forName="c14" refType="w" fact="0.81"/>
              <dgm:constr type="w" for="ch" forName="c14" refType="w" fact="0.07"/>
              <dgm:constr type="h" for="ch" forName="c14" refType="w" refFor="ch" refForName="c14"/>
              <dgm:constr type="l" for="ch" forName="c15" refType="w" fact="0.46"/>
              <dgm:constr type="t" for="ch" forName="c15" refType="w" fact="0.68"/>
              <dgm:constr type="w" for="ch" forName="c15" refType="w" fact="0.11"/>
              <dgm:constr type="h" for="ch" forName="c15" refType="w" refFor="ch" refForName="c15"/>
              <dgm:constr type="l" for="ch" forName="c16" refType="w" fact="0.56"/>
              <dgm:constr type="t" for="ch" forName="c16" refType="w" fact="0.82"/>
              <dgm:constr type="w" for="ch" forName="c16" refType="w" fact="0.07"/>
              <dgm:constr type="h" for="ch" forName="c16" refType="w" refFor="ch" refForName="c16"/>
              <dgm:constr type="l" for="ch" forName="c17" refType="w" fact="0.65"/>
              <dgm:constr type="t" for="ch" forName="c17" refType="w" fact="0.66"/>
              <dgm:constr type="w" for="ch" forName="c17" refType="w" fact="0.16"/>
              <dgm:constr type="h" for="ch" forName="c17" refType="w" refFor="ch" refForName="c17"/>
              <dgm:constr type="l" for="ch" forName="c18" refType="w" fact="0.87"/>
              <dgm:constr type="t" for="ch" forName="c18" refType="w" fact="0.62"/>
              <dgm:constr type="w" for="ch" forName="c18" refType="w" fact="0.11"/>
              <dgm:constr type="h" for="ch" forName="c18" refType="w" refFor="ch" refForName="c18"/>
            </dgm:constrLst>
            <dgm:layoutNode name="parTx1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7">
              <dgm:if name="Name8" axis="ch" ptType="node" func="cnt" op="gte" val="1">
                <dgm:layoutNode name="desTx1" styleLbl="revTx">
                  <dgm:varLst>
                    <dgm:bulletEnabled val="1"/>
                  </dgm:varLst>
                  <dgm:choose name="Name9">
                    <dgm:if name="Name10" axis="ch" ptType="node" func="cnt" op="equ" val="1">
                      <dgm:alg type="tx">
                        <dgm:param type="shpTxLTRAlignCh" val="l"/>
                      </dgm:alg>
                    </dgm:if>
                    <dgm:else name="Name11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2"/>
            </dgm:choose>
            <dgm:layoutNode name="c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9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0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layoutNode>
        </dgm:if>
        <dgm:if name="Name13" axis="self" ptType="node" func="revPos" op="equ" val="1">
          <dgm:layoutNode name="last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circleTx" refType="w" fact="0.5"/>
              <dgm:constr type="t" for="ch" forName="circleTx" refType="w" fact="0.117"/>
              <dgm:constr type="w" for="ch" forName="circleTx" refType="h" refFor="ch" refForName="circleTx"/>
              <dgm:constr type="h" for="ch" forName="circleTx" refType="w" fact="0.85"/>
              <dgm:constr type="l" for="ch" forName="desTxN"/>
              <dgm:constr type="b" for="ch" forName="desTxN" refType="h"/>
              <dgm:constr type="w" for="ch" forName="desTxN" refType="w"/>
              <dgm:constr type="h" for="ch" forName="desTxN" refType="h" fact="0.37"/>
              <dgm:constr type="ctrX" for="ch" forName="spN" refType="w" fact="0.5"/>
              <dgm:constr type="t" for="ch" forName="spN"/>
              <dgm:constr type="w" for="ch" forName="spN" refType="w" fact="0.93"/>
              <dgm:constr type="h" for="ch" forName="spN" refType="h" fact="0.01"/>
            </dgm:constrLst>
            <dgm:layoutNode name="circleTx" styleLbl="node1">
              <dgm:alg type="tx"/>
              <dgm:shape xmlns:r="http://schemas.openxmlformats.org/officeDocument/2006/relationships" type="ellipse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  <dgm:choose name="Name14">
              <dgm:if name="Name15" axis="ch" ptType="node" func="cnt" op="gte" val="1">
                <dgm:layoutNode name="desTxN" styleLbl="revTx">
                  <dgm:varLst>
                    <dgm:bulletEnabled val="1"/>
                  </dgm:varLst>
                  <dgm:choose name="Name16">
                    <dgm:if name="Name17" axis="ch" ptType="node" func="cnt" op="equ" val="1">
                      <dgm:alg type="tx">
                        <dgm:param type="shpTxLTRAlignCh" val="l"/>
                      </dgm:alg>
                    </dgm:if>
                    <dgm:else name="Name18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  <dgm:layoutNode name="spN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if>
        <dgm:else name="Name20">
          <dgm:layoutNode name="middl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l" for="ch" forName="parTxMid"/>
              <dgm:constr type="t" for="ch" forName="parTxMid" refType="w" fact="0.167"/>
              <dgm:constr type="w" for="ch" forName="parTxMid" refType="w"/>
              <dgm:constr type="h" for="ch" forName="parTxMid" refType="w" fact="0.7"/>
              <dgm:constr type="l" for="ch" forName="desTxMid"/>
              <dgm:constr type="b" for="ch" forName="desTxMid" refType="h"/>
              <dgm:constr type="w" for="ch" forName="desTxMid" refType="w"/>
              <dgm:constr type="h" for="ch" forName="desTxMid" refType="h" fact="0.37"/>
              <dgm:constr type="ctrX" for="ch" forName="spMid" refType="w" fact="0.5"/>
              <dgm:constr type="t" for="ch" forName="spMid"/>
              <dgm:constr type="w" for="ch" forName="spMid" refType="w" fact="0.01"/>
              <dgm:constr type="h" for="ch" forName="spMid" refType="h" fact="0.01"/>
            </dgm:constrLst>
            <dgm:layoutNode name="parTxMid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21">
              <dgm:if name="Name22" axis="ch" ptType="node" func="cnt" op="gte" val="1">
                <dgm:layoutNode name="desTxMid" styleLbl="revTx">
                  <dgm:varLst>
                    <dgm:bulletEnabled val="1"/>
                  </dgm:varLst>
                  <dgm:choose name="Name23">
                    <dgm:if name="Name24" axis="ch" ptType="node" func="cnt" op="equ" val="1">
                      <dgm:alg type="tx">
                        <dgm:param type="shpTxLTRAlignCh" val="l"/>
                      </dgm:alg>
                    </dgm:if>
                    <dgm:else name="Name25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26"/>
            </dgm:choose>
            <dgm:layoutNode name="spMid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else>
      </dgm:choose>
      <dgm:forEach name="Name27" axis="followSib" ptType="sibTrans" cnt="1">
        <dgm:layoutNode name="chevronComposite1" styleLbl="alignImgPlace1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chevron1"/>
            <dgm:constr type="t" for="ch" forName="chevron1" refType="h" fact="0.1923"/>
            <dgm:constr type="w" for="ch" forName="chevron1" refType="w"/>
            <dgm:constr type="b" for="ch" forName="chevron1" refType="h"/>
            <dgm:constr type="l" for="ch" forName="spChevron1"/>
            <dgm:constr type="t" for="ch" forName="spChevron1"/>
            <dgm:constr type="w" for="ch" forName="spChevron1" refType="w" fact="0.01"/>
            <dgm:constr type="h" for="ch" forName="spChevron1" refType="h" fact="0.01"/>
          </dgm:constrLst>
          <dgm:layoutNode name="chevron1">
            <dgm:alg type="sp"/>
            <dgm:choose name="Name28">
              <dgm:if name="Name29" func="var" arg="dir" op="equ" val="norm">
                <dgm:shape xmlns:r="http://schemas.openxmlformats.org/officeDocument/2006/relationships" type="chevron" r:blip="">
                  <dgm:adjLst>
                    <dgm:adj idx="1" val="0.6231"/>
                  </dgm:adjLst>
                </dgm:shape>
              </dgm:if>
              <dgm:else name="Name30">
                <dgm:shape xmlns:r="http://schemas.openxmlformats.org/officeDocument/2006/relationships" rot="180" type="chevron" r:blip="">
                  <dgm:adjLst>
                    <dgm:adj idx="1" val="0.6231"/>
                  </dgm:adjLst>
                </dgm:shape>
              </dgm:else>
            </dgm:choose>
            <dgm:presOf/>
          </dgm:layoutNode>
          <dgm:layoutNode name="spChevron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  <dgm:choose name="Name31">
          <dgm:if name="Name32" axis="root ch" ptType="all node" func="cnt" op="equ" val="2">
            <dgm:layoutNode name="overl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chevronComposite2" styleLbl="alignImgPlace1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l" for="ch" forName="chevron2"/>
                <dgm:constr type="t" for="ch" forName="chevron2" refType="h" fact="0.1923"/>
                <dgm:constr type="w" for="ch" forName="chevron2" refType="w"/>
                <dgm:constr type="b" for="ch" forName="chevron2" refType="h"/>
                <dgm:constr type="l" for="ch" forName="spChevron2"/>
                <dgm:constr type="t" for="ch" forName="spChevron2"/>
                <dgm:constr type="w" for="ch" forName="spChevron2" refType="w" fact="0.01"/>
                <dgm:constr type="h" for="ch" forName="spChevron2" refType="h" fact="0.01"/>
              </dgm:constrLst>
              <dgm:layoutNode name="chevron2">
                <dgm:alg type="sp"/>
                <dgm:choose name="Name33">
                  <dgm:if name="Name34" func="var" arg="dir" op="equ" val="norm">
                    <dgm:shape xmlns:r="http://schemas.openxmlformats.org/officeDocument/2006/relationships" type="chevron" r:blip="">
                      <dgm:adjLst>
                        <dgm:adj idx="1" val="0.6231"/>
                      </dgm:adjLst>
                    </dgm:shape>
                  </dgm:if>
                  <dgm:else name="Name35">
                    <dgm:shape xmlns:r="http://schemas.openxmlformats.org/officeDocument/2006/relationships" rot="180" type="chevron" r:blip="">
                      <dgm:adjLst>
                        <dgm:adj idx="1" val="0.6231"/>
                      </dgm:adjLst>
                    </dgm:shape>
                  </dgm:else>
                </dgm:choose>
                <dgm:presOf/>
              </dgm:layoutNode>
              <dgm:layoutNode name="spChevron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layoutNode>
          </dgm:if>
          <dgm:else name="Name36"/>
        </dgm:choose>
      </dgm:forEach>
    </dgm:forEach>
  </dgm:layoutNode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60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0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0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fld id="{491ECFBD-4A0D-4BCF-98A8-E205F44719BF}" type="slidenum">
              <a:rPr lang="da-DK" smtClean="0">
                <a:latin typeface="Arial" panose="020B0604020202020204" pitchFamily="34" charset="0"/>
              </a:rPr>
              <a:pPr/>
              <a:t>‹#›</a:t>
            </a:fld>
            <a:endParaRPr lang="da-DK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8099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2588" y="685800"/>
            <a:ext cx="6092825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Master </a:t>
            </a:r>
            <a:r>
              <a:rPr lang="da-DK" dirty="0" err="1"/>
              <a:t>text</a:t>
            </a:r>
            <a:r>
              <a:rPr lang="da-DK" dirty="0"/>
              <a:t> </a:t>
            </a:r>
            <a:r>
              <a:rPr lang="da-DK" dirty="0" err="1"/>
              <a:t>styles</a:t>
            </a:r>
            <a:endParaRPr lang="da-DK" dirty="0"/>
          </a:p>
          <a:p>
            <a:pPr lvl="1"/>
            <a:r>
              <a:rPr lang="da-DK" dirty="0"/>
              <a:t>Second </a:t>
            </a:r>
            <a:r>
              <a:rPr lang="da-DK" dirty="0" err="1"/>
              <a:t>level</a:t>
            </a:r>
            <a:endParaRPr lang="da-DK" dirty="0"/>
          </a:p>
          <a:p>
            <a:pPr lvl="2"/>
            <a:r>
              <a:rPr lang="da-DK" dirty="0"/>
              <a:t>Third </a:t>
            </a:r>
            <a:r>
              <a:rPr lang="da-DK" dirty="0" err="1"/>
              <a:t>level</a:t>
            </a:r>
            <a:endParaRPr lang="da-DK" dirty="0"/>
          </a:p>
          <a:p>
            <a:pPr lvl="3"/>
            <a:r>
              <a:rPr lang="da-DK" dirty="0" err="1"/>
              <a:t>Fourth</a:t>
            </a:r>
            <a:r>
              <a:rPr lang="da-DK" dirty="0"/>
              <a:t> </a:t>
            </a:r>
            <a:r>
              <a:rPr lang="da-DK" dirty="0" err="1"/>
              <a:t>level</a:t>
            </a:r>
            <a:endParaRPr lang="da-DK" dirty="0"/>
          </a:p>
          <a:p>
            <a:pPr lvl="4"/>
            <a:r>
              <a:rPr lang="da-DK" dirty="0"/>
              <a:t>Fifth </a:t>
            </a:r>
            <a:r>
              <a:rPr lang="da-DK" dirty="0" err="1"/>
              <a:t>level</a:t>
            </a:r>
            <a:endParaRPr lang="da-DK" dirty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fld id="{C734BB09-483B-4C4B-A5A4-C02A22055B01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7783607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1" name="Logo white">
            <a:extLst>
              <a:ext uri="{FF2B5EF4-FFF2-40B4-BE49-F238E27FC236}">
                <a16:creationId xmlns:a16="http://schemas.microsoft.com/office/drawing/2014/main" id="{275A6477-FE3A-4D40-B1FE-E46C11E344A5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  <a:endParaRPr lang="en-GB" noProof="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58E75EC-EF76-589D-0066-5EFD32568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763D84D-6ED3-F4CB-D6ED-4CFB218D0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Title</a:t>
            </a:r>
            <a:endParaRPr lang="da-DK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CB2228E-DECD-A1FF-31EB-394A35796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2272145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  <a:endParaRPr lang="en-GB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26E83F-35F3-7C0A-C83E-AFDCA3467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99C46A-00A5-B620-01F4-AB9FA3E67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Title</a:t>
            </a:r>
            <a:endParaRPr lang="da-DK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12648B-3179-ABFE-F3AA-427613837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259193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8A0E3C-0CE1-4BBF-A912-5A81BF3B7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4800" y="1706400"/>
            <a:ext cx="9312374" cy="45455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209954EC-B8D9-8075-FC9F-D3764E46C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CFBBF02-CCAC-D246-2188-663E067FE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Title</a:t>
            </a:r>
            <a:endParaRPr lang="da-DK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8AD440C-0797-9C1A-F3D9-3529DA26E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187774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1117" userDrawn="1">
          <p15:clr>
            <a:srgbClr val="F26B43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EB1D5E1-0C4E-4A74-BE37-26307F7E2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9312374" cy="9727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74800" y="1706399"/>
            <a:ext cx="4410177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78001" y="1706399"/>
            <a:ext cx="4409100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2499420-B0E8-4C8A-8C00-E21262271A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3EE7F0E-E606-41AC-BBBF-B5AECB1112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775E03-BE23-9277-8686-60549E4E73B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57112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8" userDrawn="1">
          <p15:clr>
            <a:srgbClr val="F26B43"/>
          </p15:clr>
        </p15:guide>
        <p15:guide id="2" pos="3896" userDrawn="1">
          <p15:clr>
            <a:srgbClr val="F26B43"/>
          </p15:clr>
        </p15:guide>
        <p15:guide id="3" pos="4205" userDrawn="1">
          <p15:clr>
            <a:srgbClr val="F26B43"/>
          </p15:clr>
        </p15:guide>
        <p15:guide id="4" pos="6984" userDrawn="1">
          <p15:clr>
            <a:srgbClr val="F26B43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90A2595F-A737-4D92-946C-EC0BBF885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6048672" cy="9727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4726" y="1706328"/>
            <a:ext cx="6048672" cy="45455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31213" y="849734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31213" y="3563718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  <a:p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986237-C7E2-4498-82A4-361A340A650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64EEF-2B63-484E-803A-4FCD66F243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6AB93-5959-29D5-C0C8-6B37FCF5F141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2670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27" userDrawn="1">
          <p15:clr>
            <a:srgbClr val="F26B43"/>
          </p15:clr>
        </p15:guide>
        <p15:guide id="2" pos="5247" userDrawn="1">
          <p15:clr>
            <a:srgbClr val="F26B43"/>
          </p15:clr>
        </p15:guide>
        <p15:guide id="3" pos="1117" userDrawn="1">
          <p15:clr>
            <a:srgbClr val="F26B43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92213382-11A1-48CE-B0A0-D8A7D2686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360" y="426127"/>
            <a:ext cx="6865740" cy="9727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1360" y="1706328"/>
            <a:ext cx="6865740" cy="45455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131452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" y="396815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  <a:p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E26B732-1A52-4AA9-89FC-8FC5439E40D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5D0DC-E43F-43DA-AA0F-C0C54C8939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45D79-EFF9-98D6-B066-40CEED6C2E2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3562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2660" userDrawn="1">
          <p15:clr>
            <a:srgbClr val="F26B43"/>
          </p15:clr>
        </p15:guide>
        <p15:guide id="3" pos="2335" userDrawn="1">
          <p15:clr>
            <a:srgbClr val="F26B43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953C3-F3F7-4638-96F8-7CF20CB55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7650" y="980727"/>
            <a:ext cx="3740400" cy="418115"/>
          </a:xfrm>
        </p:spPr>
        <p:txBody>
          <a:bodyPr/>
          <a:lstStyle>
            <a:lvl1pPr>
              <a:defRPr sz="2400"/>
            </a:lvl1pPr>
          </a:lstStyle>
          <a:p>
            <a:r>
              <a:rPr lang="en-GB"/>
              <a:t>Click to add title one line</a:t>
            </a:r>
            <a:endParaRPr lang="en-GB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C0DB591-4602-46B3-B1C3-1E64148AB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4407150"/>
            <a:ext cx="3740400" cy="184442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8416079-1CFC-426F-A6ED-5AB355FC545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227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GB"/>
              <a:t>Click to add title one line</a:t>
            </a:r>
            <a:endParaRPr lang="en-GB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D358873C-68BF-4E89-B536-B3248F2B25FE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222750" y="4406899"/>
            <a:ext cx="3740401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69A0E900-1FE2-4CC1-B435-93F3A118935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78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GB"/>
              <a:t>Click to add title one line</a:t>
            </a:r>
            <a:endParaRPr lang="en-GB" dirty="0"/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E094886A-F110-4851-B1DA-8DFC40D509F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197850" y="4406899"/>
            <a:ext cx="3740400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1B02311-54A6-4455-B615-BBCA0DA742E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47650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710A5827-3485-49A0-81F0-FF89EE34B80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23149" y="1548581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E27B0558-FCB8-4A55-9BA9-182DFF0387F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198648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346B4F-F02C-40EC-9B70-932B18214C6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7EB69-BB5A-407E-BF0A-1CB9B24506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DBA22-AE55-C68A-132F-A826D0B0C740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63740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>
          <p15:clr>
            <a:srgbClr val="F26B43"/>
          </p15:clr>
        </p15:guide>
        <p15:guide id="2" pos="7522" userDrawn="1">
          <p15:clr>
            <a:srgbClr val="F26B43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297DEAA-3B7B-49C7-8C28-3F21F36A9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1F74546-9D06-4CF7-806D-E04B043BF5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53AB3-8AAF-469F-AD3F-AE5E1A39D7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A33A1D-DD6A-46E6-9477-D1471332CB1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845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7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ogo og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75ABF-082F-4A38-B952-09157E37A81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A39F3A-7714-4FD6-9132-D60FFA220D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E183DE-20D3-DB32-ED9D-43A02E676CA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9264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ront/Pause 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">
            <a:extLst>
              <a:ext uri="{FF2B5EF4-FFF2-40B4-BE49-F238E27FC236}">
                <a16:creationId xmlns:a16="http://schemas.microsoft.com/office/drawing/2014/main" id="{AF9D3C51-A276-4E1F-B6B6-FD6A4E17EE28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C9776080-6230-4AB8-AB28-4D6744DD01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da-DK"/>
              <a:t>Date</a:t>
            </a:r>
            <a:endParaRPr lang="en-GB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B7FFAE6-D148-4A15-9DFC-7D71B8202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/>
              <a:t>Title</a:t>
            </a:r>
            <a:endParaRPr lang="en-GB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3125B57E-AFC7-4517-B327-461DB01D2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Logo color">
            <a:extLst>
              <a:ext uri="{FF2B5EF4-FFF2-40B4-BE49-F238E27FC236}">
                <a16:creationId xmlns:a16="http://schemas.microsoft.com/office/drawing/2014/main" id="{B0EE486B-843B-49D6-90AE-5093AB56E30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1786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/Pause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>
            <a:extLst>
              <a:ext uri="{FF2B5EF4-FFF2-40B4-BE49-F238E27FC236}">
                <a16:creationId xmlns:a16="http://schemas.microsoft.com/office/drawing/2014/main" id="{A3420087-96DF-432F-B192-585D42BF6A4E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3" name="Logo color">
            <a:extLst>
              <a:ext uri="{FF2B5EF4-FFF2-40B4-BE49-F238E27FC236}">
                <a16:creationId xmlns:a16="http://schemas.microsoft.com/office/drawing/2014/main" id="{09BBEE10-6A59-474F-B766-7643F97F869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99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AF062B26-8169-4B93-8FD8-CFDB0855A9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da-DK"/>
              <a:t>Date</a:t>
            </a:r>
            <a:endParaRPr lang="en-GB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CA59923C-6F09-424E-AF1E-AC62326A9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/>
              <a:t>Title</a:t>
            </a:r>
            <a:endParaRPr lang="en-GB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4C299FA2-BF46-4410-B2CD-E3C80B7A9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Bottom bar">
            <a:extLst>
              <a:ext uri="{FF2B5EF4-FFF2-40B4-BE49-F238E27FC236}">
                <a16:creationId xmlns:a16="http://schemas.microsoft.com/office/drawing/2014/main" id="{495865CE-5BE9-4122-8AB8-48E534DD88F7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2" name="Top bar">
            <a:extLst>
              <a:ext uri="{FF2B5EF4-FFF2-40B4-BE49-F238E27FC236}">
                <a16:creationId xmlns:a16="http://schemas.microsoft.com/office/drawing/2014/main" id="{0D436479-94F3-475C-8F8D-D3CDC81793FD}"/>
              </a:ext>
            </a:extLst>
          </p:cNvPr>
          <p:cNvSpPr/>
          <p:nvPr userDrawn="1"/>
        </p:nvSpPr>
        <p:spPr bwMode="auto">
          <a:xfrm>
            <a:off x="0" y="0"/>
            <a:ext cx="12193200" cy="504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963761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ttom bar">
            <a:extLst>
              <a:ext uri="{FF2B5EF4-FFF2-40B4-BE49-F238E27FC236}">
                <a16:creationId xmlns:a16="http://schemas.microsoft.com/office/drawing/2014/main" id="{FFFFD011-0D94-46EE-B45C-787FE82C3B5E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" name="Logo color">
            <a:extLst>
              <a:ext uri="{FF2B5EF4-FFF2-40B4-BE49-F238E27FC236}">
                <a16:creationId xmlns:a16="http://schemas.microsoft.com/office/drawing/2014/main" id="{ADC92552-7939-46C1-AAFE-B97F51EBFFE9}"/>
              </a:ext>
            </a:extLst>
          </p:cNvPr>
          <p:cNvSpPr>
            <a:spLocks noChangeAspect="1"/>
          </p:cNvSpPr>
          <p:nvPr userDrawn="1">
            <p:custDataLst>
              <p:tags r:id="rId13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99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3" name="FLD_Presentation Title"/>
          <p:cNvSpPr>
            <a:spLocks noGrp="1"/>
          </p:cNvSpPr>
          <p:nvPr>
            <p:ph type="ftr" sz="quarter" idx="3"/>
          </p:nvPr>
        </p:nvSpPr>
        <p:spPr>
          <a:xfrm>
            <a:off x="5590800" y="6541200"/>
            <a:ext cx="5497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spcBef>
                <a:spcPts val="0"/>
              </a:spcBef>
              <a:defRPr sz="7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da-DK"/>
              <a:t>Title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700" b="1">
                <a:solidFill>
                  <a:schemeClr val="bg1"/>
                </a:solidFill>
                <a:latin typeface="+mn-lt"/>
              </a:defRPr>
            </a:lvl1pPr>
          </a:lstStyle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4726" y="426127"/>
            <a:ext cx="9312374" cy="97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da-DK" dirty="0"/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4726" y="1706328"/>
            <a:ext cx="9312374" cy="4545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3676" name="text" descr="{&quot;templafy&quot;:{&quot;type&quot;:&quot;text&quot;,&quot;binding&quot;:&quot;UserProfile.Offices.Workarea_{{DocumentLanguage}}&quot;}}" title="UserProfile.Offices.Workarea_{{DocumentLanguage}}"/>
          <p:cNvSpPr>
            <a:spLocks noChangeArrowheads="1"/>
          </p:cNvSpPr>
          <p:nvPr/>
        </p:nvSpPr>
        <p:spPr bwMode="auto">
          <a:xfrm>
            <a:off x="1774726" y="6541200"/>
            <a:ext cx="3397071" cy="31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a-DK" sz="700" b="1" dirty="0">
                <a:solidFill>
                  <a:schemeClr val="bg1"/>
                </a:solidFill>
                <a:latin typeface="+mn-lt"/>
              </a:rPr>
              <a:t>Technical University of Denmark</a:t>
            </a:r>
          </a:p>
        </p:txBody>
      </p:sp>
      <p:sp>
        <p:nvSpPr>
          <p:cNvPr id="5" name="date" descr="{&quot;templafy&quot;:{&quot;type&quot;:&quot;date&quot;,&quot;binding&quot;:&quot;Form.Date&quot;,&quot;format&quot;:&quot;{{DateFormats.GeneralDate}}&quot;}}" title="Form.Date">
            <a:extLst>
              <a:ext uri="{FF2B5EF4-FFF2-40B4-BE49-F238E27FC236}">
                <a16:creationId xmlns:a16="http://schemas.microsoft.com/office/drawing/2014/main" id="{792B975C-625D-4095-8E1D-63F20A11B57C}"/>
              </a:ext>
            </a:extLst>
          </p:cNvPr>
          <p:cNvSpPr/>
          <p:nvPr userDrawn="1"/>
        </p:nvSpPr>
        <p:spPr bwMode="auto">
          <a:xfrm>
            <a:off x="251363" y="6541200"/>
            <a:ext cx="1104013" cy="3168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7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ＭＳ Ｐゴシック" pitchFamily="-80" charset="-128"/>
            </a:endParaRPr>
          </a:p>
        </p:txBody>
      </p:sp>
      <p:sp>
        <p:nvSpPr>
          <p:cNvPr id="7" name="text" descr="{&quot;templafy&quot;:{&quot;binding&quot;:&quot;Form.PresentationTitle&quot;,&quot;type&quot;:&quot;text&quot;}}" title="Form.PresentationTitle">
            <a:extLst>
              <a:ext uri="{FF2B5EF4-FFF2-40B4-BE49-F238E27FC236}">
                <a16:creationId xmlns:a16="http://schemas.microsoft.com/office/drawing/2014/main" id="{06B09BDB-1C7D-4F8A-8F1B-82D88054A428}"/>
              </a:ext>
            </a:extLst>
          </p:cNvPr>
          <p:cNvSpPr txBox="1"/>
          <p:nvPr userDrawn="1"/>
        </p:nvSpPr>
        <p:spPr>
          <a:xfrm>
            <a:off x="5591149" y="6541200"/>
            <a:ext cx="5495949" cy="316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endParaRPr lang="da-DK" sz="7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" name="Top bar">
            <a:extLst>
              <a:ext uri="{FF2B5EF4-FFF2-40B4-BE49-F238E27FC236}">
                <a16:creationId xmlns:a16="http://schemas.microsoft.com/office/drawing/2014/main" id="{35912424-89BF-4A93-9096-3282916C71FE}"/>
              </a:ext>
            </a:extLst>
          </p:cNvPr>
          <p:cNvSpPr/>
          <p:nvPr userDrawn="1"/>
        </p:nvSpPr>
        <p:spPr bwMode="auto">
          <a:xfrm>
            <a:off x="0" y="0"/>
            <a:ext cx="12193200" cy="504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14E9AE0-170F-0C2B-DFF5-DC7F65F4B1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a-DK"/>
              <a:t>Date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4702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71" r:id="rId2"/>
    <p:sldLayoutId id="2147483664" r:id="rId3"/>
    <p:sldLayoutId id="2147483677" r:id="rId4"/>
    <p:sldLayoutId id="2147483672" r:id="rId5"/>
    <p:sldLayoutId id="2147483673" r:id="rId6"/>
    <p:sldLayoutId id="2147483676" r:id="rId7"/>
    <p:sldLayoutId id="2147483666" r:id="rId8"/>
    <p:sldLayoutId id="2147483667" r:id="rId9"/>
    <p:sldLayoutId id="2147483668" r:id="rId10"/>
    <p:sldLayoutId id="2147483669" r:id="rId11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9pPr>
    </p:titleStyle>
    <p:bodyStyle>
      <a:lvl1pPr marL="1980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14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2pPr>
      <a:lvl3pPr marL="6156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828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4pPr>
      <a:lvl5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5pPr>
      <a:lvl6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6pPr>
      <a:lvl7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7pPr>
      <a:lvl8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8pPr>
      <a:lvl9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68" userDrawn="1">
          <p15:clr>
            <a:srgbClr val="F26B43"/>
          </p15:clr>
        </p15:guide>
        <p15:guide id="4" orient="horz" pos="881" userDrawn="1">
          <p15:clr>
            <a:srgbClr val="F26B43"/>
          </p15:clr>
        </p15:guide>
        <p15:guide id="5" orient="horz" pos="1074" userDrawn="1">
          <p15:clr>
            <a:srgbClr val="F26B43"/>
          </p15:clr>
        </p15:guide>
        <p15:guide id="6" orient="horz" pos="393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7.xml"/><Relationship Id="rId1" Type="http://schemas.openxmlformats.org/officeDocument/2006/relationships/customXml" Target="../../customXml/item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3.xml"/><Relationship Id="rId13" Type="http://schemas.openxmlformats.org/officeDocument/2006/relationships/diagramQuickStyle" Target="../diagrams/quickStyle2.xml"/><Relationship Id="rId18" Type="http://schemas.openxmlformats.org/officeDocument/2006/relationships/diagramQuickStyle" Target="../diagrams/quickStyle3.xml"/><Relationship Id="rId3" Type="http://schemas.openxmlformats.org/officeDocument/2006/relationships/diagramLayout" Target="../diagrams/layout1.xml"/><Relationship Id="rId21" Type="http://schemas.openxmlformats.org/officeDocument/2006/relationships/diagramData" Target="../diagrams/data5.xml"/><Relationship Id="rId7" Type="http://schemas.openxmlformats.org/officeDocument/2006/relationships/diagramData" Target="../diagrams/data2.xml"/><Relationship Id="rId12" Type="http://schemas.openxmlformats.org/officeDocument/2006/relationships/diagramLayout" Target="../diagrams/layout2.xml"/><Relationship Id="rId17" Type="http://schemas.openxmlformats.org/officeDocument/2006/relationships/diagramLayout" Target="../diagrams/layout3.xml"/><Relationship Id="rId2" Type="http://schemas.openxmlformats.org/officeDocument/2006/relationships/diagramData" Target="../diagrams/data1.xml"/><Relationship Id="rId16" Type="http://schemas.openxmlformats.org/officeDocument/2006/relationships/diagramData" Target="../diagrams/data4.xml"/><Relationship Id="rId20" Type="http://schemas.microsoft.com/office/2007/relationships/diagramDrawing" Target="../diagrams/drawing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11" Type="http://schemas.openxmlformats.org/officeDocument/2006/relationships/diagramData" Target="../diagrams/data3.xml"/><Relationship Id="rId24" Type="http://schemas.openxmlformats.org/officeDocument/2006/relationships/diagramColors" Target="../diagrams/colors30.xml"/><Relationship Id="rId5" Type="http://schemas.openxmlformats.org/officeDocument/2006/relationships/diagramColors" Target="../diagrams/colors1.xml"/><Relationship Id="rId15" Type="http://schemas.microsoft.com/office/2007/relationships/diagramDrawing" Target="../diagrams/drawing2.xml"/><Relationship Id="rId23" Type="http://schemas.openxmlformats.org/officeDocument/2006/relationships/diagramQuickStyle" Target="../diagrams/quickStyle30.xml"/><Relationship Id="rId10" Type="http://schemas.openxmlformats.org/officeDocument/2006/relationships/diagramColors" Target="../diagrams/colors13.xml"/><Relationship Id="rId19" Type="http://schemas.openxmlformats.org/officeDocument/2006/relationships/diagramColors" Target="../diagrams/colors3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13.xml"/><Relationship Id="rId14" Type="http://schemas.openxmlformats.org/officeDocument/2006/relationships/diagramColors" Target="../diagrams/colors2.xml"/><Relationship Id="rId22" Type="http://schemas.openxmlformats.org/officeDocument/2006/relationships/diagramLayout" Target="../diagrams/layout30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0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7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11" Type="http://schemas.openxmlformats.org/officeDocument/2006/relationships/image" Target="../media/image8.png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40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40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slideLayout" Target="../slideLayouts/slideLayout3.xml"/><Relationship Id="rId7" Type="http://schemas.openxmlformats.org/officeDocument/2006/relationships/diagramColors" Target="../diagrams/colors5.xml"/><Relationship Id="rId2" Type="http://schemas.openxmlformats.org/officeDocument/2006/relationships/customXml" Target="../../customXml/item9.xml"/><Relationship Id="rId1" Type="http://schemas.openxmlformats.org/officeDocument/2006/relationships/customXml" Target="../../customXml/item8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0.xml"/><Relationship Id="rId3" Type="http://schemas.openxmlformats.org/officeDocument/2006/relationships/diagramData" Target="../diagrams/data9.xml"/><Relationship Id="rId7" Type="http://schemas.microsoft.com/office/2007/relationships/diagramDrawing" Target="../diagrams/drawing6.xml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6.xml"/><Relationship Id="rId11" Type="http://schemas.openxmlformats.org/officeDocument/2006/relationships/diagramColors" Target="../diagrams/colors60.xml"/><Relationship Id="rId5" Type="http://schemas.openxmlformats.org/officeDocument/2006/relationships/diagramQuickStyle" Target="../diagrams/quickStyle6.xml"/><Relationship Id="rId10" Type="http://schemas.openxmlformats.org/officeDocument/2006/relationships/diagramQuickStyle" Target="../diagrams/quickStyle60.xml"/><Relationship Id="rId4" Type="http://schemas.openxmlformats.org/officeDocument/2006/relationships/diagramLayout" Target="../diagrams/layout6.xml"/><Relationship Id="rId9" Type="http://schemas.openxmlformats.org/officeDocument/2006/relationships/diagramLayout" Target="../diagrams/layout6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7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2.xml"/><Relationship Id="rId13" Type="http://schemas.openxmlformats.org/officeDocument/2006/relationships/diagramLayout" Target="../diagrams/layout9.xml"/><Relationship Id="rId3" Type="http://schemas.openxmlformats.org/officeDocument/2006/relationships/diagramData" Target="../diagrams/data11.xml"/><Relationship Id="rId7" Type="http://schemas.microsoft.com/office/2007/relationships/diagramDrawing" Target="../diagrams/drawing8.xml"/><Relationship Id="rId12" Type="http://schemas.openxmlformats.org/officeDocument/2006/relationships/diagramData" Target="../diagrams/data13.xml"/><Relationship Id="rId2" Type="http://schemas.openxmlformats.org/officeDocument/2006/relationships/image" Target="../media/image10.png"/><Relationship Id="rId16" Type="http://schemas.microsoft.com/office/2007/relationships/diagramDrawing" Target="../diagrams/drawing9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8.xml"/><Relationship Id="rId11" Type="http://schemas.openxmlformats.org/officeDocument/2006/relationships/diagramColors" Target="../diagrams/colors80.xml"/><Relationship Id="rId5" Type="http://schemas.openxmlformats.org/officeDocument/2006/relationships/diagramQuickStyle" Target="../diagrams/quickStyle8.xml"/><Relationship Id="rId15" Type="http://schemas.openxmlformats.org/officeDocument/2006/relationships/diagramColors" Target="../diagrams/colors9.xml"/><Relationship Id="rId10" Type="http://schemas.openxmlformats.org/officeDocument/2006/relationships/diagramQuickStyle" Target="../diagrams/quickStyle80.xml"/><Relationship Id="rId4" Type="http://schemas.openxmlformats.org/officeDocument/2006/relationships/diagramLayout" Target="../diagrams/layout8.xml"/><Relationship Id="rId9" Type="http://schemas.openxmlformats.org/officeDocument/2006/relationships/diagramLayout" Target="../diagrams/layout80.xml"/><Relationship Id="rId14" Type="http://schemas.openxmlformats.org/officeDocument/2006/relationships/diagramQuickStyle" Target="../diagrams/quickStyle9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5.xml"/><Relationship Id="rId3" Type="http://schemas.openxmlformats.org/officeDocument/2006/relationships/diagramData" Target="../diagrams/data14.xml"/><Relationship Id="rId7" Type="http://schemas.microsoft.com/office/2007/relationships/diagramDrawing" Target="../diagrams/drawing10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0.xml"/><Relationship Id="rId11" Type="http://schemas.openxmlformats.org/officeDocument/2006/relationships/diagramColors" Target="../diagrams/colors100.xml"/><Relationship Id="rId5" Type="http://schemas.openxmlformats.org/officeDocument/2006/relationships/diagramQuickStyle" Target="../diagrams/quickStyle10.xml"/><Relationship Id="rId10" Type="http://schemas.openxmlformats.org/officeDocument/2006/relationships/diagramQuickStyle" Target="../diagrams/quickStyle100.xml"/><Relationship Id="rId4" Type="http://schemas.openxmlformats.org/officeDocument/2006/relationships/diagramLayout" Target="../diagrams/layout10.xml"/><Relationship Id="rId9" Type="http://schemas.openxmlformats.org/officeDocument/2006/relationships/diagramLayout" Target="../diagrams/layout100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10.xml"/><Relationship Id="rId3" Type="http://schemas.openxmlformats.org/officeDocument/2006/relationships/diagramLayout" Target="../diagrams/layout11.xml"/><Relationship Id="rId7" Type="http://schemas.openxmlformats.org/officeDocument/2006/relationships/diagramData" Target="../diagrams/data17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10" Type="http://schemas.openxmlformats.org/officeDocument/2006/relationships/diagramColors" Target="../diagrams/colors110.xml"/><Relationship Id="rId4" Type="http://schemas.openxmlformats.org/officeDocument/2006/relationships/diagramQuickStyle" Target="../diagrams/quickStyle11.xml"/><Relationship Id="rId9" Type="http://schemas.openxmlformats.org/officeDocument/2006/relationships/diagramQuickStyle" Target="../diagrams/quickStyle1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5.png"/><Relationship Id="rId2" Type="http://schemas.openxmlformats.org/officeDocument/2006/relationships/customXml" Target="../../customXml/item11.xml"/><Relationship Id="rId1" Type="http://schemas.openxmlformats.org/officeDocument/2006/relationships/customXml" Target="../../customXml/item10.xml"/><Relationship Id="rId6" Type="http://schemas.openxmlformats.org/officeDocument/2006/relationships/image" Target="../media/image14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0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0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png"/><Relationship Id="rId3" Type="http://schemas.openxmlformats.org/officeDocument/2006/relationships/image" Target="../media/image200.png"/><Relationship Id="rId7" Type="http://schemas.openxmlformats.org/officeDocument/2006/relationships/image" Target="../media/image27.png"/><Relationship Id="rId2" Type="http://schemas.openxmlformats.org/officeDocument/2006/relationships/image" Target="../media/image19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0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C1393C32-4593-A727-A772-60975780A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7072" y="2446567"/>
            <a:ext cx="10840028" cy="2706458"/>
          </a:xfrm>
        </p:spPr>
        <p:txBody>
          <a:bodyPr/>
          <a:lstStyle/>
          <a:p>
            <a:r>
              <a:rPr lang="en-GB" dirty="0">
                <a:latin typeface="Neo Sans Std" panose="020B05040305040B0204" pitchFamily="34" charset="0"/>
              </a:rPr>
              <a:t>Quantum State Tomography</a:t>
            </a:r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2A505916-C26B-4D8F-DD23-7BF9A136D3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072" y="1704975"/>
            <a:ext cx="10840028" cy="316800"/>
          </a:xfrm>
        </p:spPr>
        <p:txBody>
          <a:bodyPr/>
          <a:lstStyle/>
          <a:p>
            <a:r>
              <a:rPr lang="en-GB" sz="2000" dirty="0"/>
              <a:t>Aniket Sengupta, Luis Gonzalez Hofmann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D4DE17D-67D9-66AA-C1C4-1E8F443F4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90800" y="6541200"/>
            <a:ext cx="5497200" cy="316800"/>
          </a:xfrm>
        </p:spPr>
        <p:txBody>
          <a:bodyPr anchor="ctr"/>
          <a:lstStyle/>
          <a:p>
            <a:r>
              <a:rPr lang="da-DK" dirty="0"/>
              <a:t>Quantum State </a:t>
            </a:r>
            <a:r>
              <a:rPr lang="da-DK" dirty="0" err="1"/>
              <a:t>Tomography</a:t>
            </a:r>
            <a:endParaRPr lang="da-D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A221E4-1851-497D-90EE-984C71121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450" y="6541200"/>
            <a:ext cx="432600" cy="316800"/>
          </a:xfrm>
        </p:spPr>
        <p:txBody>
          <a:bodyPr/>
          <a:lstStyle/>
          <a:p>
            <a:fld id="{24C8C45C-947F-4981-8B3F-4F32E973C901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A068D229-C10D-E6D4-5477-85C69A8B19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2000" y="6541200"/>
            <a:ext cx="1105200" cy="316800"/>
          </a:xfrm>
        </p:spPr>
        <p:txBody>
          <a:bodyPr/>
          <a:lstStyle/>
          <a:p>
            <a:r>
              <a:rPr lang="da-DK" dirty="0"/>
              <a:t>20/08/2026</a:t>
            </a:r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320714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BF296E19-111C-C429-0329-1F8414A2ED16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964204997"/>
                  </p:ext>
                </p:extLst>
              </p:nvPr>
            </p:nvGraphicFramePr>
            <p:xfrm>
              <a:off x="7888607" y="3876904"/>
              <a:ext cx="3600400" cy="2664296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BF296E19-111C-C429-0329-1F8414A2ED16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964204997"/>
                  </p:ext>
                </p:extLst>
              </p:nvPr>
            </p:nvGraphicFramePr>
            <p:xfrm>
              <a:off x="7888607" y="3876904"/>
              <a:ext cx="3600400" cy="2664296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2A585-58FA-0731-341B-01F8B7419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 dirty="0"/>
              <a:t>20/08/2026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AEC30-E05B-54BD-2B3F-84BC7CD48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/>
              <a:t>Quantum State </a:t>
            </a:r>
            <a:r>
              <a:rPr lang="da-DK" dirty="0" err="1"/>
              <a:t>Tomography</a:t>
            </a:r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D8BC83-3F5E-E5AA-2907-7662AA6B8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2</a:t>
            </a:fld>
            <a:endParaRPr lang="da-DK" dirty="0"/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36552400-8F10-CAA5-10F2-65C95A6ADF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03307438"/>
              </p:ext>
            </p:extLst>
          </p:nvPr>
        </p:nvGraphicFramePr>
        <p:xfrm>
          <a:off x="982638" y="188640"/>
          <a:ext cx="10297144" cy="62646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1" r:lo="rId12" r:qs="rId13" r:cs="rId14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Diagram 9">
                <a:extLst>
                  <a:ext uri="{FF2B5EF4-FFF2-40B4-BE49-F238E27FC236}">
                    <a16:creationId xmlns:a16="http://schemas.microsoft.com/office/drawing/2014/main" id="{6AAD9040-0C7B-977A-7D33-0F16F6608F96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892159793"/>
                  </p:ext>
                </p:extLst>
              </p:nvPr>
            </p:nvGraphicFramePr>
            <p:xfrm>
              <a:off x="7698228" y="1340768"/>
              <a:ext cx="3790780" cy="2664296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16" r:lo="rId17" r:qs="rId18" r:cs="rId19"/>
              </a:graphicData>
            </a:graphic>
          </p:graphicFrame>
        </mc:Choice>
        <mc:Fallback xmlns="">
          <p:graphicFrame>
            <p:nvGraphicFramePr>
              <p:cNvPr id="10" name="Diagram 9">
                <a:extLst>
                  <a:ext uri="{FF2B5EF4-FFF2-40B4-BE49-F238E27FC236}">
                    <a16:creationId xmlns:a16="http://schemas.microsoft.com/office/drawing/2014/main" id="{6AAD9040-0C7B-977A-7D33-0F16F6608F96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892159793"/>
                  </p:ext>
                </p:extLst>
              </p:nvPr>
            </p:nvGraphicFramePr>
            <p:xfrm>
              <a:off x="7698228" y="1340768"/>
              <a:ext cx="3790780" cy="2664296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1" r:lo="rId22" r:qs="rId23" r:cs="rId24"/>
              </a:graphicData>
            </a:graphic>
          </p:graphicFrame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6DE7A381-40D7-A0FC-8690-8A774CB4B0BC}"/>
              </a:ext>
            </a:extLst>
          </p:cNvPr>
          <p:cNvSpPr txBox="1"/>
          <p:nvPr/>
        </p:nvSpPr>
        <p:spPr>
          <a:xfrm>
            <a:off x="7391350" y="4952201"/>
            <a:ext cx="1594707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Bef>
                <a:spcPts val="432"/>
              </a:spcBef>
            </a:pPr>
            <a:r>
              <a:rPr lang="en-GB" sz="1800" dirty="0">
                <a:latin typeface="+mn-lt"/>
              </a:rPr>
              <a:t>Inverse Radon transform</a:t>
            </a:r>
            <a:endParaRPr lang="da-DK" sz="1800" dirty="0" err="1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44736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1F7F3-54CB-86DE-2EF3-4D51F0F55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Neo Sans Std" panose="020B05040305040B0204" pitchFamily="34" charset="0"/>
              </a:rPr>
              <a:t>Quantum State Tomography in Practice</a:t>
            </a:r>
            <a:endParaRPr lang="da-DK" dirty="0">
              <a:latin typeface="Neo Sans Std" panose="020B05040305040B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BB56FB38-2151-DFBF-6A71-6B9C07D8F01A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027260029"/>
                  </p:ext>
                </p:extLst>
              </p:nvPr>
            </p:nvGraphicFramePr>
            <p:xfrm>
              <a:off x="804600" y="1704565"/>
              <a:ext cx="5760566" cy="4530912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BB56FB38-2151-DFBF-6A71-6B9C07D8F01A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027260029"/>
                  </p:ext>
                </p:extLst>
              </p:nvPr>
            </p:nvGraphicFramePr>
            <p:xfrm>
              <a:off x="804600" y="1704565"/>
              <a:ext cx="5760566" cy="4530912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7F8CB-74A2-AD04-D709-EBC2743FF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 dirty="0"/>
              <a:t>20/08/2026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22AF2-C88F-D676-D393-720DE6A87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/>
              <a:t>Quantum State </a:t>
            </a:r>
            <a:r>
              <a:rPr lang="da-DK" dirty="0" err="1"/>
              <a:t>Tomography</a:t>
            </a:r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F5AB6D-9DEF-628E-CE2F-73D50CF83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3</a:t>
            </a:fld>
            <a:endParaRPr lang="da-DK" dirty="0"/>
          </a:p>
        </p:txBody>
      </p:sp>
      <p:sp>
        <p:nvSpPr>
          <p:cNvPr id="23" name="Direct inversion label">
            <a:extLst>
              <a:ext uri="{FF2B5EF4-FFF2-40B4-BE49-F238E27FC236}">
                <a16:creationId xmlns:a16="http://schemas.microsoft.com/office/drawing/2014/main" id="{2F00721B-DF03-DE07-7D59-4EE6903C1A65}"/>
              </a:ext>
            </a:extLst>
          </p:cNvPr>
          <p:cNvSpPr txBox="1"/>
          <p:nvPr/>
        </p:nvSpPr>
        <p:spPr>
          <a:xfrm>
            <a:off x="6967619" y="1921901"/>
            <a:ext cx="4138479" cy="4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lang="da-DK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pPr algn="ctr"/>
            <a:r>
              <a:rPr lang="en-GB" sz="1800" b="1" dirty="0">
                <a:latin typeface="+mn-lt"/>
              </a:rPr>
              <a:t>Direct inversion </a:t>
            </a:r>
            <a:br>
              <a:rPr lang="en-GB" sz="1800" b="1" dirty="0">
                <a:latin typeface="+mn-lt"/>
              </a:rPr>
            </a:br>
            <a:r>
              <a:rPr lang="en-GB" sz="1800" b="1" dirty="0">
                <a:latin typeface="+mn-lt"/>
              </a:rPr>
              <a:t>(inverse Radon transform)</a:t>
            </a:r>
          </a:p>
        </p:txBody>
      </p:sp>
      <p:sp>
        <p:nvSpPr>
          <p:cNvPr id="24" name="Arrow 1">
            <a:extLst>
              <a:ext uri="{FF2B5EF4-FFF2-40B4-BE49-F238E27FC236}">
                <a16:creationId xmlns:a16="http://schemas.microsoft.com/office/drawing/2014/main" id="{A5CB8FC8-37DF-7442-AB03-8AAC4389A150}"/>
              </a:ext>
            </a:extLst>
          </p:cNvPr>
          <p:cNvSpPr/>
          <p:nvPr/>
        </p:nvSpPr>
        <p:spPr>
          <a:xfrm>
            <a:off x="8886858" y="2421901"/>
            <a:ext cx="300000" cy="190000"/>
          </a:xfrm>
          <a:prstGeom prst="downArrow">
            <a:avLst>
              <a:gd name="adj1" fmla="val 60000"/>
              <a:gd name="adj2" fmla="val 60000"/>
            </a:avLst>
          </a:prstGeom>
          <a:solidFill>
            <a:schemeClr val="accent1">
              <a:alpha val="35000"/>
            </a:schemeClr>
          </a:solidFill>
          <a:ln>
            <a:noFill/>
          </a:ln>
        </p:spPr>
        <p:txBody>
          <a:bodyPr/>
          <a:lstStyle/>
          <a:p>
            <a:endParaRPr lang="da-DK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Unstable callout">
                <a:extLst>
                  <a:ext uri="{FF2B5EF4-FFF2-40B4-BE49-F238E27FC236}">
                    <a16:creationId xmlns:a16="http://schemas.microsoft.com/office/drawing/2014/main" id="{B5A6C124-D543-7D16-6D6A-5ED8E1F19474}"/>
                  </a:ext>
                </a:extLst>
              </p:cNvPr>
              <p:cNvSpPr/>
              <p:nvPr/>
            </p:nvSpPr>
            <p:spPr>
              <a:xfrm>
                <a:off x="6967619" y="2631901"/>
                <a:ext cx="4138479" cy="1220000"/>
              </a:xfrm>
              <a:prstGeom prst="roundRect">
                <a:avLst>
                  <a:gd name="adj" fmla="val 8000"/>
                </a:avLst>
              </a:prstGeom>
              <a:gradFill rotWithShape="0">
                <a:gsLst>
                  <a:gs pos="0">
                    <a:schemeClr val="accent1">
                      <a:hueOff val="0"/>
                      <a:satOff val="0"/>
                      <a:lumOff val="0"/>
                      <a:alphaOff val="0"/>
                      <a:shade val="51000"/>
                      <a:satMod val="130000"/>
                    </a:schemeClr>
                  </a:gs>
                  <a:gs pos="80000">
                    <a:schemeClr val="accent1">
                      <a:hueOff val="0"/>
                      <a:satOff val="0"/>
                      <a:lumOff val="0"/>
                      <a:alphaOff val="0"/>
                      <a:shade val="93000"/>
                      <a:satMod val="130000"/>
                    </a:schemeClr>
                  </a:gs>
                  <a:gs pos="100000">
                    <a:schemeClr val="accent1">
                      <a:hueOff val="0"/>
                      <a:satOff val="0"/>
                      <a:lumOff val="0"/>
                      <a:alphaOff val="0"/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wrap="square" lIns="137160" tIns="68580" rIns="137160" bIns="68580" anchor="ctr">
                <a:noAutofit/>
              </a:bodyPr>
              <a:lstStyle>
                <a:defPPr>
                  <a:defRPr lang="da-DK"/>
                </a:defPPr>
                <a:lvl1pPr algn="l" rtl="0" fontAlgn="base">
                  <a:spcBef>
                    <a:spcPct val="5000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Verdana" pitchFamily="34" charset="0"/>
                    <a:ea typeface="ＭＳ Ｐゴシック" pitchFamily="-80" charset="-128"/>
                    <a:cs typeface="+mn-cs"/>
                  </a:defRPr>
                </a:lvl1pPr>
                <a:lvl2pPr marL="457200" algn="l" rtl="0" fontAlgn="base">
                  <a:spcBef>
                    <a:spcPct val="5000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Verdana" pitchFamily="34" charset="0"/>
                    <a:ea typeface="ＭＳ Ｐゴシック" pitchFamily="-80" charset="-128"/>
                    <a:cs typeface="+mn-cs"/>
                  </a:defRPr>
                </a:lvl2pPr>
                <a:lvl3pPr marL="914400" algn="l" rtl="0" fontAlgn="base">
                  <a:spcBef>
                    <a:spcPct val="5000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Verdana" pitchFamily="34" charset="0"/>
                    <a:ea typeface="ＭＳ Ｐゴシック" pitchFamily="-80" charset="-128"/>
                    <a:cs typeface="+mn-cs"/>
                  </a:defRPr>
                </a:lvl3pPr>
                <a:lvl4pPr marL="1371600" algn="l" rtl="0" fontAlgn="base">
                  <a:spcBef>
                    <a:spcPct val="5000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Verdana" pitchFamily="34" charset="0"/>
                    <a:ea typeface="ＭＳ Ｐゴシック" pitchFamily="-80" charset="-128"/>
                    <a:cs typeface="+mn-cs"/>
                  </a:defRPr>
                </a:lvl4pPr>
                <a:lvl5pPr marL="1828800" algn="l" rtl="0" fontAlgn="base">
                  <a:spcBef>
                    <a:spcPct val="5000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Verdana" pitchFamily="34" charset="0"/>
                    <a:ea typeface="ＭＳ Ｐゴシック" pitchFamily="-80" charset="-128"/>
                    <a:cs typeface="+mn-cs"/>
                  </a:defRPr>
                </a:lvl5pPr>
                <a:lvl6pPr marL="22860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Verdana" pitchFamily="34" charset="0"/>
                    <a:ea typeface="ＭＳ Ｐゴシック" pitchFamily="-80" charset="-128"/>
                    <a:cs typeface="+mn-cs"/>
                  </a:defRPr>
                </a:lvl6pPr>
                <a:lvl7pPr marL="27432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Verdana" pitchFamily="34" charset="0"/>
                    <a:ea typeface="ＭＳ Ｐゴシック" pitchFamily="-80" charset="-128"/>
                    <a:cs typeface="+mn-cs"/>
                  </a:defRPr>
                </a:lvl7pPr>
                <a:lvl8pPr marL="32004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Verdana" pitchFamily="34" charset="0"/>
                    <a:ea typeface="ＭＳ Ｐゴシック" pitchFamily="-80" charset="-128"/>
                    <a:cs typeface="+mn-cs"/>
                  </a:defRPr>
                </a:lvl8pPr>
                <a:lvl9pPr marL="36576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Verdana" pitchFamily="34" charset="0"/>
                    <a:ea typeface="ＭＳ Ｐゴシック" pitchFamily="-80" charset="-128"/>
                    <a:cs typeface="+mn-cs"/>
                  </a:defRPr>
                </a:lvl9pPr>
              </a:lstStyle>
              <a:p>
                <a:pPr algn="ctr"/>
                <a:r>
                  <a:rPr lang="en-GB" sz="1600" b="1" dirty="0">
                    <a:solidFill>
                      <a:schemeClr val="bg1"/>
                    </a:solidFill>
                    <a:latin typeface="+mn-lt"/>
                  </a:rPr>
                  <a:t>Unstable: can return an unphysical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sz="16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6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𝝆</m:t>
                        </m:r>
                      </m:e>
                    </m:acc>
                  </m:oMath>
                </a14:m>
                <a:endParaRPr lang="en-GB" sz="1600" b="1" dirty="0">
                  <a:solidFill>
                    <a:schemeClr val="bg1"/>
                  </a:solidFill>
                  <a:latin typeface="+mn-lt"/>
                </a:endParaRPr>
              </a:p>
              <a:p>
                <a:pPr algn="ctr"/>
                <a:r>
                  <a:rPr lang="en-GB" sz="1400" dirty="0">
                    <a:solidFill>
                      <a:schemeClr val="bg1"/>
                    </a:solidFill>
                    <a:latin typeface="+mn-lt"/>
                  </a:rPr>
                  <a:t>(not positive, not trace 1)</a:t>
                </a:r>
              </a:p>
            </p:txBody>
          </p:sp>
        </mc:Choice>
        <mc:Fallback xmlns="">
          <p:sp>
            <p:nvSpPr>
              <p:cNvPr id="25" name="Unstable callout">
                <a:extLst>
                  <a:ext uri="{FF2B5EF4-FFF2-40B4-BE49-F238E27FC236}">
                    <a16:creationId xmlns:a16="http://schemas.microsoft.com/office/drawing/2014/main" id="{B5A6C124-D543-7D16-6D6A-5ED8E1F194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7619" y="2631901"/>
                <a:ext cx="4138479" cy="1220000"/>
              </a:xfrm>
              <a:prstGeom prst="roundRect">
                <a:avLst>
                  <a:gd name="adj" fmla="val 8000"/>
                </a:avLst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Arrow 2">
            <a:extLst>
              <a:ext uri="{FF2B5EF4-FFF2-40B4-BE49-F238E27FC236}">
                <a16:creationId xmlns:a16="http://schemas.microsoft.com/office/drawing/2014/main" id="{BC511BF5-756A-B510-936D-DE16DA2A56A1}"/>
              </a:ext>
            </a:extLst>
          </p:cNvPr>
          <p:cNvSpPr/>
          <p:nvPr/>
        </p:nvSpPr>
        <p:spPr>
          <a:xfrm>
            <a:off x="8886858" y="3871901"/>
            <a:ext cx="300000" cy="190000"/>
          </a:xfrm>
          <a:prstGeom prst="downArrow">
            <a:avLst>
              <a:gd name="adj1" fmla="val 60000"/>
              <a:gd name="adj2" fmla="val 60000"/>
            </a:avLst>
          </a:prstGeom>
          <a:solidFill>
            <a:schemeClr val="accent1">
              <a:alpha val="35000"/>
            </a:schemeClr>
          </a:solidFill>
          <a:ln>
            <a:noFill/>
          </a:ln>
        </p:spPr>
        <p:txBody>
          <a:bodyPr/>
          <a:lstStyle/>
          <a:p>
            <a:endParaRPr lang="da-DK"/>
          </a:p>
        </p:txBody>
      </p:sp>
      <p:sp>
        <p:nvSpPr>
          <p:cNvPr id="27" name="Need label">
            <a:extLst>
              <a:ext uri="{FF2B5EF4-FFF2-40B4-BE49-F238E27FC236}">
                <a16:creationId xmlns:a16="http://schemas.microsoft.com/office/drawing/2014/main" id="{0C5DE202-F49A-C094-5169-E2103F532FEA}"/>
              </a:ext>
            </a:extLst>
          </p:cNvPr>
          <p:cNvSpPr txBox="1"/>
          <p:nvPr/>
        </p:nvSpPr>
        <p:spPr>
          <a:xfrm>
            <a:off x="6967619" y="4081901"/>
            <a:ext cx="4138479" cy="82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lang="da-DK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pPr algn="ctr">
              <a:spcBef>
                <a:spcPts val="300"/>
              </a:spcBef>
            </a:pPr>
            <a:r>
              <a:rPr lang="en-GB" sz="1600" b="1" dirty="0">
                <a:solidFill>
                  <a:schemeClr val="tx1"/>
                </a:solidFill>
                <a:latin typeface="+mn-lt"/>
              </a:rPr>
              <a:t>Need:</a:t>
            </a:r>
          </a:p>
          <a:p>
            <a:pPr algn="ctr">
              <a:spcBef>
                <a:spcPts val="300"/>
              </a:spcBef>
            </a:pPr>
            <a:r>
              <a:rPr lang="en-GB" sz="1600" dirty="0">
                <a:latin typeface="+mn-lt"/>
              </a:rPr>
              <a:t>Robust to noise</a:t>
            </a:r>
            <a:endParaRPr lang="en-GB" dirty="0">
              <a:latin typeface="+mn-lt"/>
            </a:endParaRPr>
          </a:p>
          <a:p>
            <a:pPr algn="ctr">
              <a:spcBef>
                <a:spcPts val="300"/>
              </a:spcBef>
            </a:pPr>
            <a:r>
              <a:rPr lang="en-GB" sz="1600" dirty="0">
                <a:latin typeface="+mn-lt"/>
              </a:rPr>
              <a:t>Always returns a physical state</a:t>
            </a:r>
          </a:p>
        </p:txBody>
      </p:sp>
      <p:sp>
        <p:nvSpPr>
          <p:cNvPr id="28" name="Arrow 3">
            <a:extLst>
              <a:ext uri="{FF2B5EF4-FFF2-40B4-BE49-F238E27FC236}">
                <a16:creationId xmlns:a16="http://schemas.microsoft.com/office/drawing/2014/main" id="{7BCB6839-2CA5-DA70-D01C-FC743852A17A}"/>
              </a:ext>
            </a:extLst>
          </p:cNvPr>
          <p:cNvSpPr/>
          <p:nvPr/>
        </p:nvSpPr>
        <p:spPr>
          <a:xfrm>
            <a:off x="8886858" y="4921901"/>
            <a:ext cx="300000" cy="190000"/>
          </a:xfrm>
          <a:prstGeom prst="downArrow">
            <a:avLst>
              <a:gd name="adj1" fmla="val 60000"/>
              <a:gd name="adj2" fmla="val 60000"/>
            </a:avLst>
          </a:prstGeom>
          <a:solidFill>
            <a:schemeClr val="accent1">
              <a:alpha val="35000"/>
            </a:schemeClr>
          </a:solidFill>
          <a:ln>
            <a:noFill/>
          </a:ln>
        </p:spPr>
        <p:txBody>
          <a:bodyPr/>
          <a:lstStyle/>
          <a:p>
            <a:endParaRPr lang="da-DK"/>
          </a:p>
        </p:txBody>
      </p:sp>
      <p:sp>
        <p:nvSpPr>
          <p:cNvPr id="29" name="MLE box">
            <a:extLst>
              <a:ext uri="{FF2B5EF4-FFF2-40B4-BE49-F238E27FC236}">
                <a16:creationId xmlns:a16="http://schemas.microsoft.com/office/drawing/2014/main" id="{21F61D98-6005-8DCC-7505-9065E023F1CA}"/>
              </a:ext>
            </a:extLst>
          </p:cNvPr>
          <p:cNvSpPr/>
          <p:nvPr/>
        </p:nvSpPr>
        <p:spPr>
          <a:xfrm>
            <a:off x="6967619" y="5131901"/>
            <a:ext cx="1969239" cy="900000"/>
          </a:xfrm>
          <a:prstGeom prst="roundRect">
            <a:avLst>
              <a:gd name="adj" fmla="val 8000"/>
            </a:avLst>
          </a:prstGeom>
          <a:gradFill rotWithShape="0">
            <a:gsLst>
              <a:gs pos="0">
                <a:schemeClr val="accent1">
                  <a:hueOff val="0"/>
                  <a:satOff val="0"/>
                  <a:lumOff val="0"/>
                  <a:alphaOff val="0"/>
                  <a:shade val="51000"/>
                  <a:satMod val="130000"/>
                </a:schemeClr>
              </a:gs>
              <a:gs pos="80000">
                <a:schemeClr val="accent1">
                  <a:hueOff val="0"/>
                  <a:satOff val="0"/>
                  <a:lumOff val="0"/>
                  <a:alphaOff val="0"/>
                  <a:shade val="93000"/>
                  <a:satMod val="130000"/>
                </a:schemeClr>
              </a:gs>
              <a:gs pos="100000">
                <a:schemeClr val="accent1">
                  <a:hueOff val="0"/>
                  <a:satOff val="0"/>
                  <a:lumOff val="0"/>
                  <a:alphaOff val="0"/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square" lIns="91440" tIns="45720" rIns="91440" bIns="45720" anchor="ctr">
            <a:noAutofit/>
          </a:bodyPr>
          <a:lstStyle>
            <a:defPPr>
              <a:defRPr lang="da-DK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pPr algn="ctr"/>
            <a:r>
              <a:rPr lang="en-GB" sz="1500" b="1" dirty="0">
                <a:solidFill>
                  <a:schemeClr val="bg1"/>
                </a:solidFill>
                <a:latin typeface="+mn-lt"/>
              </a:rPr>
              <a:t>Maximum Likelihood Estimation (MLE)</a:t>
            </a:r>
          </a:p>
        </p:txBody>
      </p:sp>
      <p:sp>
        <p:nvSpPr>
          <p:cNvPr id="30" name="BME box">
            <a:extLst>
              <a:ext uri="{FF2B5EF4-FFF2-40B4-BE49-F238E27FC236}">
                <a16:creationId xmlns:a16="http://schemas.microsoft.com/office/drawing/2014/main" id="{C5A02D71-F350-5DF7-9FB8-7ADC186020ED}"/>
              </a:ext>
            </a:extLst>
          </p:cNvPr>
          <p:cNvSpPr/>
          <p:nvPr/>
        </p:nvSpPr>
        <p:spPr>
          <a:xfrm>
            <a:off x="9136858" y="5131901"/>
            <a:ext cx="1969239" cy="900000"/>
          </a:xfrm>
          <a:prstGeom prst="roundRect">
            <a:avLst>
              <a:gd name="adj" fmla="val 8000"/>
            </a:avLst>
          </a:prstGeom>
          <a:gradFill rotWithShape="0">
            <a:gsLst>
              <a:gs pos="0">
                <a:schemeClr val="accent1">
                  <a:hueOff val="0"/>
                  <a:satOff val="0"/>
                  <a:lumOff val="0"/>
                  <a:alphaOff val="0"/>
                  <a:shade val="51000"/>
                  <a:satMod val="130000"/>
                </a:schemeClr>
              </a:gs>
              <a:gs pos="80000">
                <a:schemeClr val="accent1">
                  <a:hueOff val="0"/>
                  <a:satOff val="0"/>
                  <a:lumOff val="0"/>
                  <a:alphaOff val="0"/>
                  <a:shade val="93000"/>
                  <a:satMod val="130000"/>
                </a:schemeClr>
              </a:gs>
              <a:gs pos="100000">
                <a:schemeClr val="accent1">
                  <a:hueOff val="0"/>
                  <a:satOff val="0"/>
                  <a:lumOff val="0"/>
                  <a:alphaOff val="0"/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square" lIns="91440" tIns="45720" rIns="91440" bIns="45720" anchor="ctr">
            <a:noAutofit/>
          </a:bodyPr>
          <a:lstStyle>
            <a:defPPr>
              <a:defRPr lang="da-DK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pPr algn="ctr"/>
            <a:r>
              <a:rPr lang="en-GB" sz="1500" b="1" dirty="0">
                <a:solidFill>
                  <a:schemeClr val="bg1"/>
                </a:solidFill>
                <a:latin typeface="+mn-lt"/>
              </a:rPr>
              <a:t>Bayesian Mean Estimation (BME)</a:t>
            </a:r>
          </a:p>
        </p:txBody>
      </p:sp>
    </p:spTree>
    <p:extLst>
      <p:ext uri="{BB962C8B-B14F-4D97-AF65-F5344CB8AC3E}">
        <p14:creationId xmlns:p14="http://schemas.microsoft.com/office/powerpoint/2010/main" val="904670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84701F51-76CA-6218-F57D-6D38E0749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Neo Sans Std" panose="020B05040305040B0204" pitchFamily="34" charset="0"/>
                <a:cs typeface="Times New Roman" panose="02020603050405020304" pitchFamily="18" charset="0"/>
              </a:rPr>
              <a:t>Maximum Likelihood Estimation (MLE)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DDCB8E1-3408-597C-EF4D-15E26A5CAF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1786372"/>
              </p:ext>
            </p:extLst>
          </p:nvPr>
        </p:nvGraphicFramePr>
        <p:xfrm>
          <a:off x="1746686" y="2132856"/>
          <a:ext cx="8741008" cy="39747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E967E4-EADF-7E19-BEDB-3653565A1E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2000" y="6541200"/>
            <a:ext cx="1105200" cy="316800"/>
          </a:xfrm>
        </p:spPr>
        <p:txBody>
          <a:bodyPr/>
          <a:lstStyle/>
          <a:p>
            <a:r>
              <a:rPr lang="da-DK" dirty="0"/>
              <a:t>20/08/2026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E41ADD-762E-B1C4-747E-745159999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90800" y="6541200"/>
            <a:ext cx="5497200" cy="316800"/>
          </a:xfrm>
        </p:spPr>
        <p:txBody>
          <a:bodyPr/>
          <a:lstStyle/>
          <a:p>
            <a:r>
              <a:rPr lang="da-DK" dirty="0"/>
              <a:t>Quantum State </a:t>
            </a:r>
            <a:r>
              <a:rPr lang="da-DK" dirty="0" err="1"/>
              <a:t>Tomography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06450" y="6541200"/>
            <a:ext cx="432600" cy="316800"/>
          </a:xfrm>
        </p:spPr>
        <p:txBody>
          <a:bodyPr/>
          <a:lstStyle/>
          <a:p>
            <a:fld id="{103EA872-A674-449B-A120-B97244F8E91D}" type="slidenum">
              <a:rPr lang="en-GB" smtClean="0"/>
              <a:pPr/>
              <a:t>4</a:t>
            </a:fld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796381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EF902-3EAB-D7E0-534F-E34ACFCEC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>
                <a:latin typeface="Neo Sans Std" panose="020B05040305040B0204" pitchFamily="34" charset="0"/>
              </a:rPr>
              <a:t>Maximum </a:t>
            </a:r>
            <a:r>
              <a:rPr lang="da-DK" dirty="0" err="1">
                <a:latin typeface="Neo Sans Std" panose="020B05040305040B0204" pitchFamily="34" charset="0"/>
              </a:rPr>
              <a:t>Likelihood</a:t>
            </a:r>
            <a:r>
              <a:rPr lang="da-DK" dirty="0">
                <a:latin typeface="Neo Sans Std" panose="020B05040305040B0204" pitchFamily="34" charset="0"/>
              </a:rPr>
              <a:t> </a:t>
            </a:r>
            <a:r>
              <a:rPr lang="da-DK" dirty="0" err="1">
                <a:latin typeface="Neo Sans Std" panose="020B05040305040B0204" pitchFamily="34" charset="0"/>
              </a:rPr>
              <a:t>Estimation</a:t>
            </a:r>
            <a:r>
              <a:rPr lang="da-DK" dirty="0">
                <a:latin typeface="Neo Sans Std" panose="020B05040305040B0204" pitchFamily="34" charset="0"/>
              </a:rPr>
              <a:t> (MLE)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76418D-299D-13F8-FB60-BECCE44848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lang="da-DK" dirty="0"/>
                  <a:t>We have a model </a:t>
                </a:r>
                <a:r>
                  <a:rPr lang="da-DK" dirty="0" err="1"/>
                  <a:t>described</a:t>
                </a:r>
                <a:r>
                  <a:rPr lang="da-DK" dirty="0"/>
                  <a:t> by </a:t>
                </a:r>
                <a:r>
                  <a:rPr lang="da-DK" dirty="0" err="1"/>
                  <a:t>unknown</a:t>
                </a:r>
                <a:r>
                  <a:rPr lang="da-DK" dirty="0"/>
                  <a:t> parameter(s)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endParaRPr lang="da-DK" dirty="0"/>
              </a:p>
              <a:p>
                <a:pPr lvl="0"/>
                <a:r>
                  <a:rPr lang="da-DK" dirty="0" err="1"/>
                  <a:t>We</a:t>
                </a:r>
                <a:r>
                  <a:rPr lang="da-DK" dirty="0"/>
                  <a:t> </a:t>
                </a:r>
                <a:r>
                  <a:rPr lang="da-DK" dirty="0" err="1"/>
                  <a:t>observe</a:t>
                </a:r>
                <a:r>
                  <a:rPr lang="da-DK" dirty="0"/>
                  <a:t> data: X = {x₁, …, xₙ} </a:t>
                </a:r>
              </a:p>
              <a:p>
                <a:pPr lvl="0"/>
                <a:r>
                  <a:rPr lang="da-DK" dirty="0"/>
                  <a:t>MLE asks: </a:t>
                </a:r>
                <a:r>
                  <a:rPr lang="da-DK" dirty="0" err="1"/>
                  <a:t>Which</a:t>
                </a:r>
                <a:r>
                  <a:rPr lang="da-DK" dirty="0"/>
                  <a:t> </a:t>
                </a:r>
                <a:r>
                  <a:rPr lang="da-DK" dirty="0" err="1"/>
                  <a:t>value</a:t>
                </a:r>
                <a:r>
                  <a:rPr lang="da-DK" dirty="0"/>
                  <a:t>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da-DK" dirty="0"/>
                  <a:t> </a:t>
                </a:r>
                <a:r>
                  <a:rPr lang="da-DK" dirty="0" err="1"/>
                  <a:t>makes</a:t>
                </a:r>
                <a:r>
                  <a:rPr lang="da-DK" dirty="0"/>
                  <a:t> the </a:t>
                </a:r>
                <a:r>
                  <a:rPr lang="da-DK" dirty="0" err="1"/>
                  <a:t>observed</a:t>
                </a:r>
                <a:r>
                  <a:rPr lang="da-DK" dirty="0"/>
                  <a:t> data most </a:t>
                </a:r>
                <a:r>
                  <a:rPr lang="da-DK" dirty="0" err="1"/>
                  <a:t>likely</a:t>
                </a:r>
                <a:r>
                  <a:rPr lang="da-DK" dirty="0"/>
                  <a:t>? </a:t>
                </a:r>
              </a:p>
              <a:p>
                <a:pPr marL="828000" lvl="4" indent="0">
                  <a:buNone/>
                </a:pPr>
                <a:r>
                  <a:rPr lang="da-DK" dirty="0"/>
                  <a:t>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p>
                        <m:d>
                          <m:dPr>
                            <m:ctrlPr>
                              <a:rPr lang="en-GB" b="0" i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target</m:t>
                            </m:r>
                          </m:e>
                        </m:d>
                      </m:sup>
                    </m:sSup>
                    <m:r>
                      <a:rPr lang="en-GB" b="0" i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</a:rPr>
                      <m:t>argmax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GB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GB" b="0" i="0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a:rPr lang="da-DK" i="0" dirty="0" smtClean="0">
                        <a:latin typeface="Cambria Math" panose="02040503050406030204" pitchFamily="18" charset="0"/>
                      </a:rPr>
                      <m:t>​ ≡</m:t>
                    </m:r>
                    <m:r>
                      <m:rPr>
                        <m:sty m:val="p"/>
                      </m:rPr>
                      <a:rPr lang="da-DK" i="0" dirty="0" smtClean="0">
                        <a:latin typeface="Cambria Math" panose="02040503050406030204" pitchFamily="18" charset="0"/>
                      </a:rPr>
                      <m:t>argmax</m:t>
                    </m:r>
                    <m:r>
                      <a:rPr lang="da-DK" i="0" dirty="0" smtClean="0">
                        <a:latin typeface="Cambria Math" panose="02040503050406030204" pitchFamily="18" charset="0"/>
                      </a:rPr>
                      <m:t>​ </m:t>
                    </m:r>
                    <m:r>
                      <m:rPr>
                        <m:sty m:val="p"/>
                      </m:rPr>
                      <a:rPr lang="da-DK" i="0" dirty="0" smtClean="0">
                        <a:latin typeface="Cambria Math" panose="02040503050406030204" pitchFamily="18" charset="0"/>
                      </a:rPr>
                      <m:t>L</m:t>
                    </m:r>
                    <m:d>
                      <m:dPr>
                        <m:ctrlPr>
                          <a:rPr lang="da-DK" i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da-DK" i="0" dirty="0" smtClean="0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</m:oMath>
                </a14:m>
                <a:endParaRPr lang="da-DK" b="1" dirty="0"/>
              </a:p>
              <a:p>
                <a:pPr marL="0" indent="0">
                  <a:buNone/>
                </a:pPr>
                <a:endParaRPr lang="da-DK" b="1" dirty="0"/>
              </a:p>
              <a:p>
                <a:pPr marL="0" indent="0">
                  <a:buNone/>
                </a:pPr>
                <a:endParaRPr lang="da-DK" b="1" dirty="0"/>
              </a:p>
              <a:p>
                <a:pPr marL="0" indent="0">
                  <a:buNone/>
                </a:pPr>
                <a:endParaRPr lang="da-DK" b="1" dirty="0"/>
              </a:p>
              <a:p>
                <a:pPr marL="0" indent="0">
                  <a:buNone/>
                </a:pPr>
                <a:endParaRPr lang="da-DK" b="1" dirty="0"/>
              </a:p>
              <a:p>
                <a:pPr marL="0" indent="0">
                  <a:buNone/>
                </a:pPr>
                <a:endParaRPr lang="da-DK" b="1" dirty="0"/>
              </a:p>
              <a:p>
                <a:pPr marL="0" indent="0">
                  <a:buNone/>
                </a:pPr>
                <a:endParaRPr lang="da-DK" b="1" dirty="0"/>
              </a:p>
              <a:p>
                <a:pPr marL="0" indent="0">
                  <a:buNone/>
                </a:pPr>
                <a:endParaRPr lang="da-DK" b="1" dirty="0"/>
              </a:p>
              <a:p>
                <a:pPr marL="0" indent="0">
                  <a:buNone/>
                </a:pPr>
                <a:endParaRPr lang="da-DK" b="1" dirty="0"/>
              </a:p>
              <a:p>
                <a:r>
                  <a:rPr lang="da-DK" b="1" dirty="0"/>
                  <a:t>Key </a:t>
                </a:r>
                <a:r>
                  <a:rPr lang="da-DK" b="1" dirty="0" err="1"/>
                  <a:t>idea</a:t>
                </a:r>
                <a:r>
                  <a:rPr lang="da-DK" b="1" dirty="0"/>
                  <a:t>: </a:t>
                </a:r>
                <a:r>
                  <a:rPr lang="da-DK" dirty="0" err="1"/>
                  <a:t>Choose</a:t>
                </a:r>
                <a:r>
                  <a:rPr lang="da-DK" dirty="0"/>
                  <a:t> the model parameters </a:t>
                </a:r>
                <a:r>
                  <a:rPr lang="da-DK" dirty="0" err="1"/>
                  <a:t>that</a:t>
                </a:r>
                <a:r>
                  <a:rPr lang="da-DK" dirty="0"/>
                  <a:t> </a:t>
                </a:r>
                <a:r>
                  <a:rPr lang="da-DK" dirty="0" err="1"/>
                  <a:t>make</a:t>
                </a:r>
                <a:r>
                  <a:rPr lang="da-DK" dirty="0"/>
                  <a:t> the data </a:t>
                </a:r>
                <a:r>
                  <a:rPr lang="da-DK" dirty="0" err="1"/>
                  <a:t>we</a:t>
                </a:r>
                <a:r>
                  <a:rPr lang="da-DK" dirty="0"/>
                  <a:t> </a:t>
                </a:r>
                <a:r>
                  <a:rPr lang="da-DK" dirty="0" err="1"/>
                  <a:t>actually</a:t>
                </a:r>
                <a:r>
                  <a:rPr lang="da-DK" dirty="0"/>
                  <a:t> </a:t>
                </a:r>
                <a:r>
                  <a:rPr lang="da-DK" dirty="0" err="1"/>
                  <a:t>observed</a:t>
                </a:r>
                <a:r>
                  <a:rPr lang="da-DK" dirty="0"/>
                  <a:t> as </a:t>
                </a:r>
                <a:r>
                  <a:rPr lang="da-DK" dirty="0" err="1"/>
                  <a:t>probable</a:t>
                </a:r>
                <a:r>
                  <a:rPr lang="da-DK" dirty="0"/>
                  <a:t> as </a:t>
                </a:r>
                <a:r>
                  <a:rPr lang="da-DK" dirty="0" err="1"/>
                  <a:t>possible</a:t>
                </a:r>
                <a:r>
                  <a:rPr lang="da-DK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76418D-299D-13F8-FB60-BECCE44848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74" t="-1743" b="-254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B67904-28AF-B666-BA6F-7CF95CA73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 dirty="0"/>
              <a:t>20/08/2026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5B1A64-B60B-4E49-A655-46351B1CF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/>
              <a:t>Quantum State </a:t>
            </a:r>
            <a:r>
              <a:rPr lang="da-DK" dirty="0" err="1"/>
              <a:t>Tomography</a:t>
            </a:r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D6D5EE-80B3-26C9-B890-1D3C58247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5</a:t>
            </a:fld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Diagram 9">
                <a:extLst>
                  <a:ext uri="{FF2B5EF4-FFF2-40B4-BE49-F238E27FC236}">
                    <a16:creationId xmlns:a16="http://schemas.microsoft.com/office/drawing/2014/main" id="{E82BB7E5-6213-0D8B-9463-33D4AAE0D658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898738249"/>
                  </p:ext>
                </p:extLst>
              </p:nvPr>
            </p:nvGraphicFramePr>
            <p:xfrm>
              <a:off x="1774726" y="3068960"/>
              <a:ext cx="8856984" cy="252028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 xmlns="">
          <p:graphicFrame>
            <p:nvGraphicFramePr>
              <p:cNvPr id="10" name="Diagram 9">
                <a:extLst>
                  <a:ext uri="{FF2B5EF4-FFF2-40B4-BE49-F238E27FC236}">
                    <a16:creationId xmlns:a16="http://schemas.microsoft.com/office/drawing/2014/main" id="{E82BB7E5-6213-0D8B-9463-33D4AAE0D658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898738249"/>
                  </p:ext>
                </p:extLst>
              </p:nvPr>
            </p:nvGraphicFramePr>
            <p:xfrm>
              <a:off x="1774726" y="3068960"/>
              <a:ext cx="8856984" cy="252028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9" r:qs="rId10" r:cs="rId11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38654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5B69E-F8E0-6184-7EBF-BD0CEF583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Neo Sans Std" panose="020B05040305040B0204" pitchFamily="34" charset="0"/>
              </a:rPr>
              <a:t>The Log-Likelihood</a:t>
            </a:r>
            <a:endParaRPr lang="da-DK" dirty="0">
              <a:latin typeface="Neo Sans Std" panose="020B05040305040B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4CA142-B7CE-E472-9281-89D21131CD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We assume our samples to be independent identically distributed (</a:t>
                </a:r>
                <a:r>
                  <a:rPr lang="en-GB" dirty="0" err="1"/>
                  <a:t>i.i.d.</a:t>
                </a:r>
                <a:r>
                  <a:rPr lang="en-GB" dirty="0"/>
                  <a:t>)</a:t>
                </a:r>
                <a:br>
                  <a:rPr lang="en-GB" dirty="0"/>
                </a:br>
                <a:r>
                  <a:rPr lang="en-GB" dirty="0"/>
                  <a:t>Under this assumption the output of the algorithm is:</a:t>
                </a:r>
              </a:p>
              <a:p>
                <a:pPr marL="216000" lvl="1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a-DK" i="0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a-DK" i="0" dirty="0" smtClean="0">
                              <a:latin typeface="Cambria Math" panose="02040503050406030204" pitchFamily="18" charset="0"/>
                            </a:rPr>
                            <m:t>argmax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b="0" i="0" dirty="0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sub>
                      </m:sSub>
                      <m:r>
                        <a:rPr lang="da-DK" i="0" dirty="0" smtClean="0">
                          <a:latin typeface="Cambria Math" panose="02040503050406030204" pitchFamily="18" charset="0"/>
                        </a:rPr>
                        <m:t>​ </m:t>
                      </m:r>
                      <m:r>
                        <m:rPr>
                          <m:sty m:val="p"/>
                        </m:rPr>
                        <a:rPr lang="da-DK" i="0" dirty="0" smtClean="0">
                          <a:latin typeface="Cambria Math" panose="02040503050406030204" pitchFamily="18" charset="0"/>
                        </a:rPr>
                        <m:t>L</m:t>
                      </m:r>
                      <m:d>
                        <m:dPr>
                          <m:ctrlPr>
                            <a:rPr lang="da-DK" i="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da-DK" i="0" dirty="0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</m:d>
                      <m:r>
                        <a:rPr lang="en-GB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a-DK" i="0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a-DK" i="0" dirty="0">
                              <a:latin typeface="Cambria Math" panose="02040503050406030204" pitchFamily="18" charset="0"/>
                            </a:rPr>
                            <m:t>argmax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i="0" dirty="0">
                              <a:latin typeface="Cambria Math" panose="02040503050406030204" pitchFamily="18" charset="0"/>
                            </a:rPr>
                            <m:t>θ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GB" i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GB" i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GB" i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m:rPr>
                              <m:sty m:val="p"/>
                            </m:rPr>
                            <a:rPr lang="en-GB" i="0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</m:d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a-DK" i="0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a-DK" i="0" dirty="0">
                              <a:latin typeface="Cambria Math" panose="02040503050406030204" pitchFamily="18" charset="0"/>
                            </a:rPr>
                            <m:t>argmax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i="0" dirty="0">
                              <a:latin typeface="Cambria Math" panose="02040503050406030204" pitchFamily="18" charset="0"/>
                            </a:rPr>
                            <m:t>θ</m:t>
                          </m:r>
                        </m:sub>
                      </m:sSub>
                      <m:nary>
                        <m:naryPr>
                          <m:chr m:val="∏"/>
                          <m:supHide m:val="on"/>
                          <m:ctrlPr>
                            <a:rPr lang="en-GB" b="0" i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GB" i="0">
                              <a:latin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i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i="0"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GB" i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GB" i="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da-DK" dirty="0"/>
              </a:p>
              <a:p>
                <a:r>
                  <a:rPr lang="da-DK" dirty="0" err="1"/>
                  <a:t>Since</a:t>
                </a:r>
                <a:r>
                  <a:rPr lang="da-DK" dirty="0"/>
                  <a:t> the </a:t>
                </a:r>
                <a:r>
                  <a:rPr lang="da-DK" dirty="0" err="1"/>
                  <a:t>logarithm</a:t>
                </a:r>
                <a:r>
                  <a:rPr lang="da-DK" dirty="0"/>
                  <a:t> is a </a:t>
                </a:r>
                <a:r>
                  <a:rPr lang="da-DK" dirty="0" err="1"/>
                  <a:t>strictly</a:t>
                </a:r>
                <a:r>
                  <a:rPr lang="da-DK" dirty="0"/>
                  <a:t> </a:t>
                </a:r>
                <a:r>
                  <a:rPr lang="da-DK" dirty="0" err="1"/>
                  <a:t>monotonic</a:t>
                </a:r>
                <a:r>
                  <a:rPr lang="da-DK" dirty="0"/>
                  <a:t> </a:t>
                </a:r>
                <a:r>
                  <a:rPr lang="da-DK" dirty="0" err="1"/>
                  <a:t>function</a:t>
                </a:r>
                <a:r>
                  <a:rPr lang="da-DK" dirty="0"/>
                  <a:t> it </a:t>
                </a:r>
                <a:r>
                  <a:rPr lang="da-DK" dirty="0" err="1"/>
                  <a:t>does</a:t>
                </a:r>
                <a:r>
                  <a:rPr lang="da-DK" dirty="0"/>
                  <a:t> not </a:t>
                </a:r>
                <a:r>
                  <a:rPr lang="da-DK" dirty="0" err="1"/>
                  <a:t>change</a:t>
                </a:r>
                <a:r>
                  <a:rPr lang="da-DK" dirty="0"/>
                  <a:t> the location of the </a:t>
                </a:r>
                <a:r>
                  <a:rPr lang="da-DK" dirty="0" err="1"/>
                  <a:t>maximum</a:t>
                </a:r>
                <a:r>
                  <a:rPr lang="da-DK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a-DK" i="0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a-DK" i="0" dirty="0">
                              <a:latin typeface="Cambria Math" panose="02040503050406030204" pitchFamily="18" charset="0"/>
                            </a:rPr>
                            <m:t>argmax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i="0" dirty="0">
                              <a:latin typeface="Cambria Math" panose="02040503050406030204" pitchFamily="18" charset="0"/>
                            </a:rPr>
                            <m:t>θ</m:t>
                          </m:r>
                        </m:sub>
                      </m:sSub>
                      <m:r>
                        <a:rPr lang="en-GB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r>
                        <a:rPr lang="en-GB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GB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  <m:r>
                        <a:rPr lang="en-GB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da-DK" i="0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a-DK" i="0" dirty="0">
                              <a:latin typeface="Cambria Math" panose="02040503050406030204" pitchFamily="18" charset="0"/>
                            </a:rPr>
                            <m:t>argmax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i="0" dirty="0">
                              <a:latin typeface="Cambria Math" panose="02040503050406030204" pitchFamily="18" charset="0"/>
                            </a:rPr>
                            <m:t>θ</m:t>
                          </m:r>
                        </m:sub>
                      </m:sSub>
                      <m:func>
                        <m:funcPr>
                          <m:ctrlPr>
                            <a:rPr lang="en-GB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∏"/>
                                  <m:supHide m:val="on"/>
                                  <m:ctrl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  <m:sup/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i="0">
                                      <a:latin typeface="Cambria Math" panose="02040503050406030204" pitchFamily="18" charset="0"/>
                                    </a:rPr>
                                    <m:t>P</m:t>
                                  </m:r>
                                  <m:d>
                                    <m:d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i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GB" i="0">
                                              <a:latin typeface="Cambria Math" panose="02040503050406030204" pitchFamily="18" charset="0"/>
                                            </a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GB" i="0">
                                              <a:latin typeface="Cambria Math" panose="02040503050406030204" pitchFamily="18" charset="0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i="0">
                                          <a:latin typeface="Cambria Math" panose="02040503050406030204" pitchFamily="18" charset="0"/>
                                        </a:rPr>
                                        <m:t>θ</m:t>
                                      </m:r>
                                    </m:e>
                                  </m:d>
                                </m:e>
                              </m:nary>
                            </m:e>
                          </m:d>
                        </m:e>
                      </m:func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a-DK" i="0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a-DK" i="0" dirty="0">
                              <a:latin typeface="Cambria Math" panose="02040503050406030204" pitchFamily="18" charset="0"/>
                            </a:rPr>
                            <m:t>argmax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i="0" dirty="0">
                              <a:latin typeface="Cambria Math" panose="02040503050406030204" pitchFamily="18" charset="0"/>
                            </a:rPr>
                            <m:t>θ</m:t>
                          </m:r>
                        </m:sub>
                      </m:sSub>
                      <m:nary>
                        <m:naryPr>
                          <m:chr m:val="∑"/>
                          <m:supHide m:val="on"/>
                          <m:ctrlPr>
                            <a:rPr lang="en-GB" b="0" i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  <m:sup/>
                        <m:e>
                          <m:func>
                            <m:funcPr>
                              <m:ctrl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i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i="0">
                                      <a:latin typeface="Cambria Math" panose="02040503050406030204" pitchFamily="18" charset="0"/>
                                    </a:rPr>
                                    <m:t>P</m:t>
                                  </m:r>
                                  <m:d>
                                    <m:d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i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GB" i="0">
                                              <a:latin typeface="Cambria Math" panose="02040503050406030204" pitchFamily="18" charset="0"/>
                                            </a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GB" i="0">
                                              <a:latin typeface="Cambria Math" panose="02040503050406030204" pitchFamily="18" charset="0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i="0">
                                          <a:latin typeface="Cambria Math" panose="02040503050406030204" pitchFamily="18" charset="0"/>
                                        </a:rPr>
                                        <m:t>θ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  <a:p>
                <a:endParaRPr lang="da-DK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4CA142-B7CE-E472-9281-89D21131CD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74" t="-174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E7BBB-E6D3-8D70-0E0D-EAEF0FABF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 dirty="0"/>
              <a:t>20/08/2026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05C1C-8DB8-7877-CA76-F807D0FF1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/>
              <a:t>Quantum State </a:t>
            </a:r>
            <a:r>
              <a:rPr lang="da-DK" dirty="0" err="1"/>
              <a:t>Tomography</a:t>
            </a:r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0344E6-9ED9-460D-48F9-A4F227ABF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6</a:t>
            </a:fld>
            <a:endParaRPr lang="da-DK" dirty="0"/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F42CA6B6-2FA1-EE3D-CDF1-6DBA3D23D3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5056071"/>
              </p:ext>
            </p:extLst>
          </p:nvPr>
        </p:nvGraphicFramePr>
        <p:xfrm>
          <a:off x="1918742" y="5013176"/>
          <a:ext cx="6097384" cy="10618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47326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BD91C-592B-57B4-913D-A358AB8FA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Neo Sans Std" panose="020B05040305040B0204" pitchFamily="34" charset="0"/>
              </a:rPr>
              <a:t>MLE for Quantum State tomography</a:t>
            </a:r>
            <a:endParaRPr lang="da-DK" dirty="0">
              <a:latin typeface="Neo Sans Std" panose="020B05040305040B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39A3EC-5853-DF63-C91D-9D44FD84E2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57200" y="4709221"/>
                <a:ext cx="9312374" cy="1121977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For the (log) likelihood in this case we have: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GB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d>
                        <m:d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</m:acc>
                        </m:e>
                      </m:d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GB" b="0" i="0" dirty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𝑇𝑟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[</m:t>
                          </m:r>
                        </m:e>
                      </m:nary>
                      <m:sSubSup>
                        <m:sSubSup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GB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GB" dirty="0"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e>
                          </m:acc>
                        </m:e>
                        <m:sub>
                          <m:r>
                            <a:rPr lang="en-GB" i="1" dirty="0" err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d>
                            <m:dPr>
                              <m:ctrlPr>
                                <a:rPr lang="en-GB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 dirty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GB" i="1" dirty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sup>
                      </m:sSubSup>
                      <m:acc>
                        <m:accPr>
                          <m:chr m:val="̂"/>
                          <m:ctrlPr>
                            <a:rPr lang="en-GB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</m:acc>
                      <m:r>
                        <a:rPr lang="en-GB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]) 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39A3EC-5853-DF63-C91D-9D44FD84E2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57200" y="4709221"/>
                <a:ext cx="9312374" cy="1121977"/>
              </a:xfrm>
              <a:blipFill>
                <a:blip r:embed="rId2"/>
                <a:stretch>
                  <a:fillRect l="-1572" t="-706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A2A53-C7A3-D8B6-335B-86E4AE495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 dirty="0"/>
              <a:t>20/08/2026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CD8702-BEC2-8FAB-41FF-9E5D4B9E6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/>
              <a:t>Quantum State </a:t>
            </a:r>
            <a:r>
              <a:rPr lang="da-DK" dirty="0" err="1"/>
              <a:t>Tomography</a:t>
            </a:r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AA7FC-64A9-A218-414A-214264999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7</a:t>
            </a:fld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Diagram 8">
                <a:extLst>
                  <a:ext uri="{FF2B5EF4-FFF2-40B4-BE49-F238E27FC236}">
                    <a16:creationId xmlns:a16="http://schemas.microsoft.com/office/drawing/2014/main" id="{945F16A4-946B-6CD8-3694-2DA4B740C92A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75516679"/>
                  </p:ext>
                </p:extLst>
              </p:nvPr>
            </p:nvGraphicFramePr>
            <p:xfrm>
              <a:off x="1247328" y="1706400"/>
              <a:ext cx="9312374" cy="2730712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 xmlns="">
          <p:graphicFrame>
            <p:nvGraphicFramePr>
              <p:cNvPr id="9" name="Diagram 8">
                <a:extLst>
                  <a:ext uri="{FF2B5EF4-FFF2-40B4-BE49-F238E27FC236}">
                    <a16:creationId xmlns:a16="http://schemas.microsoft.com/office/drawing/2014/main" id="{945F16A4-946B-6CD8-3694-2DA4B740C92A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75516679"/>
                  </p:ext>
                </p:extLst>
              </p:nvPr>
            </p:nvGraphicFramePr>
            <p:xfrm>
              <a:off x="1247328" y="1706400"/>
              <a:ext cx="9312374" cy="2730712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9" r:qs="rId10" r:cs="rId11"/>
              </a:graphicData>
            </a:graphic>
          </p:graphicFrame>
        </mc:Fallback>
      </mc:AlternateContent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8872AD85-BBB8-7DC8-61F8-FA1607F833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17245208"/>
              </p:ext>
            </p:extLst>
          </p:nvPr>
        </p:nvGraphicFramePr>
        <p:xfrm>
          <a:off x="1301403" y="5661248"/>
          <a:ext cx="9287625" cy="6974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1665821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DF45B-B92F-3C11-CE99-08C413B05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Neo Sans Std" panose="020B05040305040B0204" pitchFamily="34" charset="0"/>
              </a:rPr>
              <a:t>MLE for Quantum State tomography</a:t>
            </a:r>
            <a:endParaRPr lang="da-DK" dirty="0">
              <a:latin typeface="Neo Sans Std" panose="020B05040305040B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0A82B6-B219-0CC1-540B-21E9C884FB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Take initial guess state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</m:acc>
                      </m:e>
                      <m:sup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(0)</m:t>
                        </m:r>
                      </m:sup>
                    </m:sSup>
                  </m:oMath>
                </a14:m>
                <a:r>
                  <a:rPr lang="en-GB" dirty="0"/>
                  <a:t> and update the state (up to normalization) according to:</a:t>
                </a:r>
              </a:p>
              <a:p>
                <a:pPr marL="0" indent="0">
                  <a:buNone/>
                </a:pPr>
                <a:endParaRPr lang="en-GB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GB" dirty="0">
                    <a:latin typeface="Cambria Math" panose="02040503050406030204" pitchFamily="18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GB" dirty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GB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i="1" dirty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</m:acc>
                      </m:e>
                      <m:sup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+1)</m:t>
                        </m:r>
                      </m:sup>
                    </m:sSup>
                    <m:r>
                      <a:rPr lang="en-GB" i="1" dirty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acc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</m:acc>
                          </m:e>
                          <m:sup>
                            <m:d>
                              <m:d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sup>
                        </m:sSup>
                      </m:e>
                    </m:d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</m:acc>
                      </m:e>
                      <m:sup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sup>
                    </m:sSup>
                    <m:acc>
                      <m:accPr>
                        <m:chr m:val="̂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acc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</m:acc>
                          </m:e>
                          <m:sup>
                            <m:d>
                              <m:d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This operator is defined as:</a:t>
                </a:r>
              </a:p>
              <a:p>
                <a:pPr marL="0" indent="0">
                  <a:buNone/>
                </a:pPr>
                <a:r>
                  <a:rPr lang="en-GB" dirty="0"/>
                  <a:t>			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acc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</m:acc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≡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sup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  <m:f>
                              <m:fPr>
                                <m:ctrlPr>
                                  <a:rPr lang="en-GB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en-GB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GB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GB" dirty="0">
                                            <a:latin typeface="Cambria Math" panose="02040503050406030204" pitchFamily="18" charset="0"/>
                                          </a:rPr>
                                          <m:t>Π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GB" i="1" dirty="0" err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GB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GB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GB" i="1" dirty="0">
                                                <a:latin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GB" i="1" dirty="0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sup>
                                </m:sSubSup>
                              </m:num>
                              <m:den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𝑇𝑟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sSubSup>
                                  <m:sSubSupPr>
                                    <m:ctrlPr>
                                      <a:rPr lang="en-GB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GB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GB" dirty="0">
                                            <a:latin typeface="Cambria Math" panose="02040503050406030204" pitchFamily="18" charset="0"/>
                                          </a:rPr>
                                          <m:t>Π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GB" i="1" dirty="0" err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GB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GB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GB" i="1" dirty="0">
                                                <a:latin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GB" i="1" dirty="0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sup>
                                </m:sSubSup>
                                <m:acc>
                                  <m:accPr>
                                    <m:chr m:val="̂"/>
                                    <m:ctrlPr>
                                      <a:rPr lang="en-GB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i="1" dirty="0"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</m:acc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den>
                            </m:f>
                          </m:e>
                        </m:nary>
                      </m:e>
                    </m:nary>
                  </m:oMath>
                </a14:m>
                <a:endParaRPr lang="da-DK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0A82B6-B219-0CC1-540B-21E9C884FB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05" t="-147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57F43-C637-7C19-699C-C346941AD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 dirty="0"/>
              <a:t>20/08/2026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24787-B034-526B-6A84-3C8CC8E78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/>
              <a:t>Quantum State </a:t>
            </a:r>
            <a:r>
              <a:rPr lang="da-DK" dirty="0" err="1"/>
              <a:t>Tomography</a:t>
            </a:r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261A2-882B-D8FF-AE38-63C7304CD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8</a:t>
            </a:fld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Diagram 8">
                <a:extLst>
                  <a:ext uri="{FF2B5EF4-FFF2-40B4-BE49-F238E27FC236}">
                    <a16:creationId xmlns:a16="http://schemas.microsoft.com/office/drawing/2014/main" id="{FE20346B-516C-BFDD-9F20-43CD6398F71C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797276247"/>
                  </p:ext>
                </p:extLst>
              </p:nvPr>
            </p:nvGraphicFramePr>
            <p:xfrm>
              <a:off x="1918742" y="3933055"/>
              <a:ext cx="8136904" cy="2376265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 xmlns="">
          <p:graphicFrame>
            <p:nvGraphicFramePr>
              <p:cNvPr id="9" name="Diagram 8">
                <a:extLst>
                  <a:ext uri="{FF2B5EF4-FFF2-40B4-BE49-F238E27FC236}">
                    <a16:creationId xmlns:a16="http://schemas.microsoft.com/office/drawing/2014/main" id="{FE20346B-516C-BFDD-9F20-43CD6398F71C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797276247"/>
                  </p:ext>
                </p:extLst>
              </p:nvPr>
            </p:nvGraphicFramePr>
            <p:xfrm>
              <a:off x="1918742" y="3933055"/>
              <a:ext cx="8136904" cy="2376265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9" r:qs="rId10" r:cs="rId11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143986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8BE0E-14CC-9FEA-B848-4794C51D2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Neo Sans Std" panose="020B05040305040B0204" pitchFamily="34" charset="0"/>
              </a:rPr>
              <a:t>Implementation</a:t>
            </a:r>
            <a:endParaRPr lang="da-DK" dirty="0">
              <a:latin typeface="Neo Sans Std" panose="020B05040305040B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84FF0247-4974-40F4-1E2E-2D6C5ED431DB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086988966"/>
                  </p:ext>
                </p:extLst>
              </p:nvPr>
            </p:nvGraphicFramePr>
            <p:xfrm>
              <a:off x="1774800" y="1706400"/>
              <a:ext cx="9312374" cy="4545578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84FF0247-4974-40F4-1E2E-2D6C5ED431DB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086988966"/>
                  </p:ext>
                </p:extLst>
              </p:nvPr>
            </p:nvGraphicFramePr>
            <p:xfrm>
              <a:off x="1774800" y="1706400"/>
              <a:ext cx="9312374" cy="4545578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4EFF4-B9A8-9CA6-EC8B-9E35891BF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 dirty="0"/>
              <a:t>20/08/2026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5DD098-9E9A-7EA6-F916-0933E5BF1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/>
              <a:t>Quantum State </a:t>
            </a:r>
            <a:r>
              <a:rPr lang="da-DK" dirty="0" err="1"/>
              <a:t>Tomography</a:t>
            </a:r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8CFB05-54C5-8C87-9641-C3797F012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9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716621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102DC-B9BA-CC32-3582-242AC5862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Neo Sans Std" panose="020B05040305040B0204" pitchFamily="34" charset="0"/>
              </a:rPr>
              <a:t>Our MLE Notebooks</a:t>
            </a:r>
            <a:endParaRPr lang="da-DK" dirty="0">
              <a:latin typeface="Neo Sans Std" panose="020B05040305040B0204" pitchFamily="34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4DEEF03-44C2-313E-D1CA-12C4E2CE26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2107271"/>
              </p:ext>
            </p:extLst>
          </p:nvPr>
        </p:nvGraphicFramePr>
        <p:xfrm>
          <a:off x="1774800" y="1706400"/>
          <a:ext cx="9312374" cy="45455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DFB260-7185-7F6A-7F0F-49FDF280D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 dirty="0"/>
              <a:t>20/08/2026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8AAA3-D253-CF3B-44FA-9EC128F69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/>
              <a:t>Quantum State </a:t>
            </a:r>
            <a:r>
              <a:rPr lang="da-DK" dirty="0" err="1"/>
              <a:t>Tomography</a:t>
            </a:r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81E65-5163-D46B-4437-72BD37AF4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10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544747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6CCBE-C8D9-08F1-CAFF-9572489EB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Neo Sans Std" panose="020B05040305040B0204" pitchFamily="34" charset="0"/>
              </a:rPr>
              <a:t>Benchmarking simulation parameters: Cat states </a:t>
            </a:r>
            <a:endParaRPr lang="da-DK" dirty="0">
              <a:latin typeface="Neo Sans Std" panose="020B05040305040B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B9955E7-C83F-9029-4C3B-359C469AD9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6497" y="1673051"/>
            <a:ext cx="3837709" cy="1599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7DC31-EB5D-3DE4-EBE1-20E0F5BAB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1CDCCE-6FD5-A4A3-ECBA-59023F3B1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Title</a:t>
            </a:r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F9D93D-E466-63E7-15E5-C3F6599AC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11</a:t>
            </a:fld>
            <a:endParaRPr lang="da-DK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9C59979-1D4C-9891-5C9E-9E2F3F7220F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01" y="3272096"/>
            <a:ext cx="3837710" cy="159904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47F0BA5-51F1-C62A-F270-7E074D63A6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8622" y="2610822"/>
            <a:ext cx="6637828" cy="280831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DC13704-391A-4CA0-E9E4-AF0FC8FD75D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497" y="4925014"/>
            <a:ext cx="3825814" cy="1594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0212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9">
            <a:extLst>
              <a:ext uri="{FF2B5EF4-FFF2-40B4-BE49-F238E27FC236}">
                <a16:creationId xmlns:a16="http://schemas.microsoft.com/office/drawing/2014/main" id="{CC30EE17-B077-334C-BACC-7468AC2D4EF5}"/>
              </a:ext>
            </a:extLst>
          </p:cNvPr>
          <p:cNvSpPr txBox="1">
            <a:spLocks/>
          </p:cNvSpPr>
          <p:nvPr/>
        </p:nvSpPr>
        <p:spPr bwMode="auto">
          <a:xfrm>
            <a:off x="910630" y="620080"/>
            <a:ext cx="10500031" cy="97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defRPr sz="80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9pPr>
          </a:lstStyle>
          <a:p>
            <a:r>
              <a:rPr lang="en-GB" sz="3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do we need other estimation techniques other than MLE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1407B6-FD0D-3BCF-DAC1-FC233C1BFD88}"/>
              </a:ext>
            </a:extLst>
          </p:cNvPr>
          <p:cNvSpPr txBox="1"/>
          <p:nvPr/>
        </p:nvSpPr>
        <p:spPr>
          <a:xfrm>
            <a:off x="478582" y="1300212"/>
            <a:ext cx="6341480" cy="389850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spcBef>
                <a:spcPts val="432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MLE maximizes the likelihood and can be rank deficient.</a:t>
            </a:r>
          </a:p>
          <a:p>
            <a:pPr algn="l">
              <a:spcBef>
                <a:spcPts val="432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432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 eigenvalues of the density matrix:</a:t>
            </a:r>
          </a:p>
          <a:p>
            <a:pPr algn="l">
              <a:spcBef>
                <a:spcPts val="432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432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MLE eigenvalues due to finite sampling</a:t>
            </a:r>
          </a:p>
          <a:p>
            <a:pPr algn="l">
              <a:spcBef>
                <a:spcPts val="432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432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In MLE for special cases, convergence is not Guaranteed.</a:t>
            </a:r>
          </a:p>
          <a:p>
            <a:pPr algn="l">
              <a:spcBef>
                <a:spcPts val="432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432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BME do come with error bars (uncertainty) of the estimate.</a:t>
            </a:r>
          </a:p>
          <a:p>
            <a:pPr algn="l">
              <a:spcBef>
                <a:spcPts val="432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432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1295E99-699F-1F8B-FADB-D8768FF0D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405" y="4437111"/>
            <a:ext cx="5562434" cy="183882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F24D7A8-4D5F-4FB1-9E2C-885417930E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350" y="1309280"/>
            <a:ext cx="3572363" cy="29699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4E8EB95-61B8-9E77-EABE-18A4B03635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054" y="1675339"/>
            <a:ext cx="1044030" cy="1425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7024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84701F51-76CA-6218-F57D-6D38E0749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9018" y="188640"/>
            <a:ext cx="10500031" cy="972716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Bayesian Mean Estimation for Quantum State Tomography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E967E4-EADF-7E19-BEDB-3653565A1E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2000" y="6541200"/>
            <a:ext cx="1105200" cy="316800"/>
          </a:xfrm>
        </p:spPr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E41ADD-762E-B1C4-747E-745159999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90800" y="6541200"/>
            <a:ext cx="5497200" cy="316800"/>
          </a:xfrm>
        </p:spPr>
        <p:txBody>
          <a:bodyPr/>
          <a:lstStyle/>
          <a:p>
            <a:r>
              <a:rPr lang="da-DK"/>
              <a:t>Title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06450" y="6541200"/>
            <a:ext cx="432600" cy="316800"/>
          </a:xfrm>
        </p:spPr>
        <p:txBody>
          <a:bodyPr/>
          <a:lstStyle/>
          <a:p>
            <a:fld id="{103EA872-A674-449B-A120-B97244F8E91D}" type="slidenum">
              <a:rPr lang="en-GB" smtClean="0"/>
              <a:pPr/>
              <a:t>13</a:t>
            </a:fld>
            <a:endParaRPr lang="en-GB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5874B12-020F-62E8-AA5D-599399D3C8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2301" y="1286701"/>
            <a:ext cx="1809750" cy="67627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46DD04B-0161-6BFD-3942-46C225FE25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4750" y="2330084"/>
            <a:ext cx="1047750" cy="67627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F3868D0-7C82-1E82-7728-1AAE05F37B0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5400" y="3219455"/>
            <a:ext cx="2590800" cy="67627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2F4923A-FBC5-B238-D8AE-1CA5B574AD7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6526" y="4981814"/>
            <a:ext cx="2295525" cy="88582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63FD077-6F06-6153-67FF-AFCC57FBB824}"/>
              </a:ext>
            </a:extLst>
          </p:cNvPr>
          <p:cNvSpPr txBox="1"/>
          <p:nvPr/>
        </p:nvSpPr>
        <p:spPr>
          <a:xfrm>
            <a:off x="1774726" y="1018871"/>
            <a:ext cx="497732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Bef>
                <a:spcPts val="432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Use the data to generate a likelihood function,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AC82343-C74F-423C-F9F0-30D1BFC6CF9B}"/>
              </a:ext>
            </a:extLst>
          </p:cNvPr>
          <p:cNvSpPr txBox="1"/>
          <p:nvPr/>
        </p:nvSpPr>
        <p:spPr>
          <a:xfrm>
            <a:off x="1774726" y="1848252"/>
            <a:ext cx="9241266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432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Choose a prior distribution over states. It represents the estimator’s ignorance, and should generally be chosen to be as ‘uniform’, or uninformative, as possible.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C2EE837-254C-169D-06A1-4F53FA0756F5}"/>
              </a:ext>
            </a:extLst>
          </p:cNvPr>
          <p:cNvSpPr txBox="1"/>
          <p:nvPr/>
        </p:nvSpPr>
        <p:spPr>
          <a:xfrm>
            <a:off x="1702718" y="2821294"/>
            <a:ext cx="9001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Multiply the prior by the likelihood and normalize to obtain a posterior distribution,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represents the estimator’s knowledge. The proportionality constant is set by normalization.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B780C60-E03B-FB57-4D07-D9B89797E620}"/>
              </a:ext>
            </a:extLst>
          </p:cNvPr>
          <p:cNvSpPr txBox="1"/>
          <p:nvPr/>
        </p:nvSpPr>
        <p:spPr>
          <a:xfrm>
            <a:off x="1702718" y="4769848"/>
            <a:ext cx="931327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Report the mean of this posterior,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the best concise description of the estimator’s knowledge.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2931710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9">
            <a:extLst>
              <a:ext uri="{FF2B5EF4-FFF2-40B4-BE49-F238E27FC236}">
                <a16:creationId xmlns:a16="http://schemas.microsoft.com/office/drawing/2014/main" id="{07E94A54-138A-F980-1AB7-9AE5E2049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9018" y="188640"/>
            <a:ext cx="10500031" cy="972716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Example of BME – 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1AEEBD9-9F6B-7196-2EC9-B94A787DCD9D}"/>
                  </a:ext>
                </a:extLst>
              </p:cNvPr>
              <p:cNvSpPr txBox="1"/>
              <p:nvPr/>
            </p:nvSpPr>
            <p:spPr>
              <a:xfrm>
                <a:off x="5809450" y="1788682"/>
                <a:ext cx="6094602" cy="23453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probabilities assigned to unobserved events are not only nonzero, but also sensible- after N trials, it is reasonable to assume that the probability of an as-yet-unobserved outcome is at most 1/N, and to assign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≈ 1/N. This property depends on the prior.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1AEEBD9-9F6B-7196-2EC9-B94A787DCD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9450" y="1788682"/>
                <a:ext cx="6094602" cy="2345322"/>
              </a:xfrm>
              <a:prstGeom prst="rect">
                <a:avLst/>
              </a:prstGeom>
              <a:blipFill>
                <a:blip r:embed="rId2"/>
                <a:stretch>
                  <a:fillRect l="-1100"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79DDCE7B-8704-40A6-C2C6-8F4E484846D6}"/>
              </a:ext>
            </a:extLst>
          </p:cNvPr>
          <p:cNvGrpSpPr/>
          <p:nvPr/>
        </p:nvGrpSpPr>
        <p:grpSpPr>
          <a:xfrm>
            <a:off x="882413" y="1162980"/>
            <a:ext cx="4536504" cy="4448391"/>
            <a:chOff x="622598" y="980728"/>
            <a:chExt cx="4536504" cy="4448391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091AAF98-C6DE-985B-16F2-E84A3E6017BF}"/>
                </a:ext>
              </a:extLst>
            </p:cNvPr>
            <p:cNvGrpSpPr/>
            <p:nvPr/>
          </p:nvGrpSpPr>
          <p:grpSpPr>
            <a:xfrm>
              <a:off x="622598" y="980728"/>
              <a:ext cx="4536504" cy="4448391"/>
              <a:chOff x="550590" y="1340768"/>
              <a:chExt cx="4536504" cy="4448391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9F497B9-7334-F1F3-5DEC-BB3068AF6F01}"/>
                  </a:ext>
                </a:extLst>
              </p:cNvPr>
              <p:cNvSpPr txBox="1"/>
              <p:nvPr/>
            </p:nvSpPr>
            <p:spPr>
              <a:xfrm>
                <a:off x="823018" y="1966470"/>
                <a:ext cx="3322384" cy="10259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spcBef>
                    <a:spcPts val="432"/>
                  </a:spcBef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Heads: ‘b’</a:t>
                </a:r>
              </a:p>
              <a:p>
                <a:pPr algn="l">
                  <a:spcBef>
                    <a:spcPts val="432"/>
                  </a:spcBef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Tails: ‘(1-b)’</a:t>
                </a:r>
              </a:p>
              <a:p>
                <a:pPr algn="l">
                  <a:spcBef>
                    <a:spcPts val="432"/>
                  </a:spcBef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No. of Trials: ‘N’ with ‘n’ Heads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A5EB300-93F2-1A11-9AF7-900F1ED090A4}"/>
                  </a:ext>
                </a:extLst>
              </p:cNvPr>
              <p:cNvSpPr txBox="1"/>
              <p:nvPr/>
            </p:nvSpPr>
            <p:spPr>
              <a:xfrm>
                <a:off x="550590" y="1340768"/>
                <a:ext cx="4536504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Coin flips (Bernoulli trials) </a:t>
                </a:r>
                <a:endParaRPr lang="en-US" dirty="0"/>
              </a:p>
            </p:txBody>
          </p:sp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99161462-A70E-117C-405C-9CD63B4E5B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22598" y="3090862"/>
                <a:ext cx="2295525" cy="676275"/>
              </a:xfrm>
              <a:prstGeom prst="rect">
                <a:avLst/>
              </a:prstGeom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98289431-06E7-A075-2954-A829A49DA3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22598" y="3664120"/>
                <a:ext cx="1333500" cy="790575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4AE6FB69-5BA2-875E-0091-BFAE8BFA49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4886" y="4340395"/>
                <a:ext cx="1533525" cy="676275"/>
              </a:xfrm>
              <a:prstGeom prst="rect">
                <a:avLst/>
              </a:prstGeom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DA68CCC5-720C-2AE2-0369-E58DF589A5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4886" y="4931909"/>
                <a:ext cx="1733550" cy="857250"/>
              </a:xfrm>
              <a:prstGeom prst="rect">
                <a:avLst/>
              </a:prstGeom>
            </p:spPr>
          </p:pic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356C499-4319-26E4-FA1D-10B036F4D87D}"/>
                  </a:ext>
                </a:extLst>
              </p:cNvPr>
              <p:cNvSpPr txBox="1"/>
              <p:nvPr/>
            </p:nvSpPr>
            <p:spPr>
              <a:xfrm>
                <a:off x="2278782" y="4513042"/>
                <a:ext cx="202779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spcBef>
                    <a:spcPts val="432"/>
                  </a:spcBef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Uniform Choice of Prior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856C563-9633-C09E-2E1B-782B154DFAEA}"/>
                  </a:ext>
                </a:extLst>
              </p:cNvPr>
              <p:cNvSpPr txBox="1"/>
              <p:nvPr/>
            </p:nvSpPr>
            <p:spPr>
              <a:xfrm>
                <a:off x="2138411" y="3933432"/>
                <a:ext cx="1312860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spcBef>
                    <a:spcPts val="432"/>
                  </a:spcBef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Initial estimator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70AF978-ED3C-47A8-E933-915C75E90643}"/>
                  </a:ext>
                </a:extLst>
              </p:cNvPr>
              <p:cNvSpPr txBox="1"/>
              <p:nvPr/>
            </p:nvSpPr>
            <p:spPr>
              <a:xfrm>
                <a:off x="2356521" y="5237423"/>
                <a:ext cx="2297873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spcBef>
                    <a:spcPts val="432"/>
                  </a:spcBef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Averaged over the Posterior</a:t>
                </a: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0831F75-C158-00B3-D4AD-4B306B89FF8A}"/>
                </a:ext>
              </a:extLst>
            </p:cNvPr>
            <p:cNvSpPr txBox="1"/>
            <p:nvPr/>
          </p:nvSpPr>
          <p:spPr>
            <a:xfrm>
              <a:off x="2890850" y="2945848"/>
              <a:ext cx="1639873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>
                <a:spcBef>
                  <a:spcPts val="432"/>
                </a:spcBef>
              </a:pP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Likelihood function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35045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A5F5EC8-72C9-2372-BED1-5E246111859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639" y="1412776"/>
            <a:ext cx="11189134" cy="467560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50B7C88-981F-48A6-B8C4-6724059F4901}"/>
              </a:ext>
            </a:extLst>
          </p:cNvPr>
          <p:cNvSpPr txBox="1"/>
          <p:nvPr/>
        </p:nvSpPr>
        <p:spPr>
          <a:xfrm>
            <a:off x="1198662" y="404664"/>
            <a:ext cx="5870197" cy="4616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spcBef>
                <a:spcPts val="432"/>
              </a:spcBef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Estimating the Bernoulli parameter</a:t>
            </a:r>
          </a:p>
        </p:txBody>
      </p:sp>
    </p:spTree>
    <p:extLst>
      <p:ext uri="{BB962C8B-B14F-4D97-AF65-F5344CB8AC3E}">
        <p14:creationId xmlns:p14="http://schemas.microsoft.com/office/powerpoint/2010/main" val="35092104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1F78BE5-6725-85E1-73C8-CE7C770604C2}"/>
                  </a:ext>
                </a:extLst>
              </p:cNvPr>
              <p:cNvSpPr txBox="1"/>
              <p:nvPr/>
            </p:nvSpPr>
            <p:spPr>
              <a:xfrm>
                <a:off x="982638" y="908396"/>
                <a:ext cx="9865096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432"/>
                  </a:spcBef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computes the average value of a distribution/function (in this case,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ρ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over an integration measure.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1F78BE5-6725-85E1-73C8-CE7C770604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638" y="908396"/>
                <a:ext cx="9865096" cy="707886"/>
              </a:xfrm>
              <a:prstGeom prst="rect">
                <a:avLst/>
              </a:prstGeom>
              <a:blipFill>
                <a:blip r:embed="rId2"/>
                <a:stretch>
                  <a:fillRect l="-618" t="-4310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itle 9">
            <a:extLst>
              <a:ext uri="{FF2B5EF4-FFF2-40B4-BE49-F238E27FC236}">
                <a16:creationId xmlns:a16="http://schemas.microsoft.com/office/drawing/2014/main" id="{F1BA15EC-884F-9E6D-1035-4606BC3EB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9018" y="188640"/>
            <a:ext cx="10500031" cy="972716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Metropolis-Hastings way of Integrating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0D37F0-7356-EBC7-1ACD-62D5D05C3073}"/>
              </a:ext>
            </a:extLst>
          </p:cNvPr>
          <p:cNvSpPr txBox="1"/>
          <p:nvPr/>
        </p:nvSpPr>
        <p:spPr>
          <a:xfrm>
            <a:off x="1070422" y="1639064"/>
            <a:ext cx="3900107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spcBef>
                <a:spcPts val="432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integrates by a simple jumping rule.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B8A713C-D689-7148-A6D1-F8C7A7525A4D}"/>
                  </a:ext>
                </a:extLst>
              </p:cNvPr>
              <p:cNvSpPr txBox="1"/>
              <p:nvPr/>
            </p:nvSpPr>
            <p:spPr>
              <a:xfrm>
                <a:off x="5163714" y="1633468"/>
                <a:ext cx="399987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spcBef>
                    <a:spcPts val="432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where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jump operator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B8A713C-D689-7148-A6D1-F8C7A7525A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3714" y="1633468"/>
                <a:ext cx="3999878" cy="307777"/>
              </a:xfrm>
              <a:prstGeom prst="rect">
                <a:avLst/>
              </a:prstGeom>
              <a:blipFill>
                <a:blip r:embed="rId3"/>
                <a:stretch>
                  <a:fillRect l="-2287" t="-26000" r="-3201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Picture 18">
            <a:extLst>
              <a:ext uri="{FF2B5EF4-FFF2-40B4-BE49-F238E27FC236}">
                <a16:creationId xmlns:a16="http://schemas.microsoft.com/office/drawing/2014/main" id="{FEB8EAC2-FD7D-5943-B60E-89FF1D38D6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2031" y="2486675"/>
            <a:ext cx="1838325" cy="92392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0CBDEF6-C0B2-D5B1-C7A3-93D8B0760E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9480" y="1969623"/>
            <a:ext cx="2781300" cy="67627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310FC2B-8234-1EEE-6326-56FA06868CE2}"/>
              </a:ext>
            </a:extLst>
          </p:cNvPr>
          <p:cNvSpPr txBox="1"/>
          <p:nvPr/>
        </p:nvSpPr>
        <p:spPr>
          <a:xfrm>
            <a:off x="1076722" y="3443447"/>
            <a:ext cx="101826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r &gt;1 (ρ′ is more likely than ρ), then we jump as before. If not, we jump to ρ′ with probability r, and stay at ρ (adding it, once again, to the running total) with probability 1−r.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FF3044-7759-992B-0D15-7EC7A8FD9B2B}"/>
              </a:ext>
            </a:extLst>
          </p:cNvPr>
          <p:cNvSpPr txBox="1"/>
          <p:nvPr/>
        </p:nvSpPr>
        <p:spPr>
          <a:xfrm>
            <a:off x="1050054" y="4438758"/>
            <a:ext cx="1035337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biasing ensures that the algorithm spends more time at more likely spots and tends to climb up into regions of high probability.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5652EEF-E2B3-0594-4B83-F6B4A562591F}"/>
                  </a:ext>
                </a:extLst>
              </p:cNvPr>
              <p:cNvSpPr txBox="1"/>
              <p:nvPr/>
            </p:nvSpPr>
            <p:spPr>
              <a:xfrm>
                <a:off x="6462869" y="2818074"/>
                <a:ext cx="343876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spcBef>
                    <a:spcPts val="432"/>
                  </a:spcBef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Calculate this r-factor for consecutive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5652EEF-E2B3-0594-4B83-F6B4A56259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2869" y="2818074"/>
                <a:ext cx="3438762" cy="246221"/>
              </a:xfrm>
              <a:prstGeom prst="rect">
                <a:avLst/>
              </a:prstGeom>
              <a:blipFill>
                <a:blip r:embed="rId6"/>
                <a:stretch>
                  <a:fillRect l="-3546" t="-24390" r="-532" b="-487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581FAA97-990C-27EA-812E-C7EE66300FD4}"/>
              </a:ext>
            </a:extLst>
          </p:cNvPr>
          <p:cNvSpPr txBox="1"/>
          <p:nvPr/>
        </p:nvSpPr>
        <p:spPr>
          <a:xfrm>
            <a:off x="1099835" y="5494050"/>
            <a:ext cx="10397077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Bef>
                <a:spcPts val="432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important is that J should generate the underlying measure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dρ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(uniform sampling in this case).</a:t>
            </a:r>
          </a:p>
        </p:txBody>
      </p:sp>
    </p:spTree>
    <p:extLst>
      <p:ext uri="{BB962C8B-B14F-4D97-AF65-F5344CB8AC3E}">
        <p14:creationId xmlns:p14="http://schemas.microsoft.com/office/powerpoint/2010/main" val="20416320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898934D-918C-9A95-1D91-39FA58035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632"/>
            <a:ext cx="7182991" cy="63082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80E2B22-CD32-ABA5-8AA2-88182568F76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906812" y="1982413"/>
            <a:ext cx="6308200" cy="2753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2311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F4907B-7468-1BC2-3056-A7975E73F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B5E3F-5FEC-ABA8-71D2-FC44E10C3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Title</a:t>
            </a:r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3B66B-9422-ABB2-44C4-FD31389FC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18</a:t>
            </a:fld>
            <a:endParaRPr lang="da-DK" dirty="0"/>
          </a:p>
        </p:txBody>
      </p:sp>
      <p:sp>
        <p:nvSpPr>
          <p:cNvPr id="7" name="Title 9">
            <a:extLst>
              <a:ext uri="{FF2B5EF4-FFF2-40B4-BE49-F238E27FC236}">
                <a16:creationId xmlns:a16="http://schemas.microsoft.com/office/drawing/2014/main" id="{1074F4E1-4F7D-26BF-04D2-45974A9FE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9018" y="188640"/>
            <a:ext cx="10500031" cy="972716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 we Jump?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D8C4BF-3D2F-8B74-7A29-C9CE3C5BBA37}"/>
              </a:ext>
            </a:extLst>
          </p:cNvPr>
          <p:cNvSpPr txBox="1"/>
          <p:nvPr/>
        </p:nvSpPr>
        <p:spPr>
          <a:xfrm>
            <a:off x="985648" y="1123561"/>
            <a:ext cx="9836322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Bef>
                <a:spcPts val="432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One way to do that is to generate random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unitaries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 Haar measure, generating random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unitaries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computationally hard and it is only applicable for states with same purity. It doesn’t explore the full state-space.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A9E5449-CCB6-DF53-473D-5978F87751F1}"/>
                  </a:ext>
                </a:extLst>
              </p:cNvPr>
              <p:cNvSpPr txBox="1"/>
              <p:nvPr/>
            </p:nvSpPr>
            <p:spPr>
              <a:xfrm>
                <a:off x="985648" y="2237819"/>
                <a:ext cx="10149923" cy="92333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spcBef>
                    <a:spcPts val="432"/>
                  </a:spcBef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One way to do that is to local random walk rule on a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space, at each step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𝜌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generated by tracing out ancillary system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𝑑𝑖𝑚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from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𝜓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⟩⟨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𝜓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which generates complete random evolution in local state-space of density matrices.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A9E5449-CCB6-DF53-473D-5978F87751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648" y="2237819"/>
                <a:ext cx="10149923" cy="923330"/>
              </a:xfrm>
              <a:prstGeom prst="rect">
                <a:avLst/>
              </a:prstGeom>
              <a:blipFill>
                <a:blip r:embed="rId2"/>
                <a:stretch>
                  <a:fillRect l="-1562" t="-8553" r="-1982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B27FD6D-F5B5-E8EC-311A-B0C8A88B789C}"/>
                  </a:ext>
                </a:extLst>
              </p:cNvPr>
              <p:cNvSpPr txBox="1"/>
              <p:nvPr/>
            </p:nvSpPr>
            <p:spPr>
              <a:xfrm>
                <a:off x="1171424" y="5160703"/>
                <a:ext cx="946477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Bef>
                    <a:spcPts val="432"/>
                  </a:spcBef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good heuristic is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should be chosen such that the acceptance ratio should be around 60%.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B27FD6D-F5B5-E8EC-311A-B0C8A88B78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1424" y="5160703"/>
                <a:ext cx="9464770" cy="307777"/>
              </a:xfrm>
              <a:prstGeom prst="rect">
                <a:avLst/>
              </a:prstGeom>
              <a:blipFill>
                <a:blip r:embed="rId3"/>
                <a:stretch>
                  <a:fillRect l="-1610" t="-26000" r="-773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5D72B7C6-4686-C3B9-0746-10DE5B3F5E8A}"/>
              </a:ext>
            </a:extLst>
          </p:cNvPr>
          <p:cNvGrpSpPr/>
          <p:nvPr/>
        </p:nvGrpSpPr>
        <p:grpSpPr>
          <a:xfrm>
            <a:off x="1634163" y="3356992"/>
            <a:ext cx="8539292" cy="1922077"/>
            <a:chOff x="1769813" y="2989784"/>
            <a:chExt cx="8539292" cy="1922077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49B2A3D-D8A1-364D-05E3-9D89DE610CB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69813" y="2989784"/>
              <a:ext cx="1974838" cy="1319678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2E9DCBEF-2F9E-674A-B5A1-4FDC9D6755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6574" y="2989784"/>
              <a:ext cx="1809750" cy="676275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35A2BDD-9D08-055A-8F88-9512613ABE60}"/>
                </a:ext>
              </a:extLst>
            </p:cNvPr>
            <p:cNvSpPr txBox="1"/>
            <p:nvPr/>
          </p:nvSpPr>
          <p:spPr>
            <a:xfrm>
              <a:off x="7550092" y="3288484"/>
              <a:ext cx="65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>
                <a:spcBef>
                  <a:spcPts val="432"/>
                </a:spcBef>
              </a:pPr>
              <a:endParaRPr lang="en-US" dirty="0">
                <a:latin typeface="+mn-lt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D1838C2A-7597-D55B-86AC-EF46DD01A63E}"/>
                    </a:ext>
                  </a:extLst>
                </p:cNvPr>
                <p:cNvSpPr txBox="1"/>
                <p:nvPr/>
              </p:nvSpPr>
              <p:spPr>
                <a:xfrm>
                  <a:off x="4576574" y="3649977"/>
                  <a:ext cx="5732531" cy="126188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>
                    <a:spcBef>
                      <a:spcPts val="432"/>
                    </a:spcBef>
                  </a:pPr>
                  <a14:m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𝛿</m:t>
                      </m:r>
                    </m:oMath>
                  </a14:m>
                  <a:r>
                    <a:rPr lang="en-US" sz="1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is the distance parameter chosen from a distribution</a:t>
                  </a:r>
                </a:p>
                <a:p>
                  <a:pPr algn="l">
                    <a:spcBef>
                      <a:spcPts val="432"/>
                    </a:spcBef>
                  </a:pPr>
                  <a14:m>
                    <m:oMath xmlns:m="http://schemas.openxmlformats.org/officeDocument/2006/math">
                      <m:d>
                        <m:dPr>
                          <m:begChr m:val="⟨"/>
                          <m:endChr m:val="〉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r>
                    <a:rPr lang="en-US" sz="1800" b="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and </a:t>
                  </a:r>
                  <a14:m>
                    <m:oMath xmlns:m="http://schemas.openxmlformats.org/officeDocument/2006/math">
                      <m:d>
                        <m:dPr>
                          <m:begChr m:val="⟨"/>
                          <m:endChr m:val="〉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800" b="0" i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n-US" sz="1800" b="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.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Δ</m:t>
                      </m:r>
                    </m:oMath>
                  </a14:m>
                  <a:r>
                    <a:rPr lang="en-US" sz="1800" b="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depends on the likelihood function.</a:t>
                  </a:r>
                </a:p>
                <a:p>
                  <a:pPr algn="l">
                    <a:spcBef>
                      <a:spcPts val="432"/>
                    </a:spcBef>
                  </a:pPr>
                  <a:endParaRPr lang="en-US" sz="1800" b="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l">
                    <a:spcBef>
                      <a:spcPts val="432"/>
                    </a:spcBef>
                  </a:pPr>
                  <a:endParaRPr lang="en-US" sz="1800" dirty="0" err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D1838C2A-7597-D55B-86AC-EF46DD01A6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6574" y="3649977"/>
                  <a:ext cx="5732531" cy="1261884"/>
                </a:xfrm>
                <a:prstGeom prst="rect">
                  <a:avLst/>
                </a:prstGeom>
                <a:blipFill>
                  <a:blip r:embed="rId6"/>
                  <a:stretch>
                    <a:fillRect l="-1488" t="-6280" r="-9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13DA533-8FC5-43CD-E09C-A8E9B34EA94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1558" t="3986"/>
            <a:stretch>
              <a:fillRect/>
            </a:stretch>
          </p:blipFill>
          <p:spPr>
            <a:xfrm>
              <a:off x="1803331" y="4280919"/>
              <a:ext cx="864031" cy="407497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1072C56-B8CD-A24D-D96C-E3253035564B}"/>
                </a:ext>
              </a:extLst>
            </p:cNvPr>
            <p:cNvSpPr txBox="1"/>
            <p:nvPr/>
          </p:nvSpPr>
          <p:spPr>
            <a:xfrm>
              <a:off x="2700880" y="4279277"/>
              <a:ext cx="924933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>
                <a:spcBef>
                  <a:spcPts val="432"/>
                </a:spcBef>
              </a:pP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subspace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983CC33-ECC8-7F94-48FD-AB6A7E2CB355}"/>
                  </a:ext>
                </a:extLst>
              </p:cNvPr>
              <p:cNvSpPr txBox="1"/>
              <p:nvPr/>
            </p:nvSpPr>
            <p:spPr>
              <a:xfrm>
                <a:off x="6122876" y="3554895"/>
                <a:ext cx="70968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spcBef>
                    <a:spcPts val="432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 err="1">
                  <a:latin typeface="+mn-lt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983CC33-ECC8-7F94-48FD-AB6A7E2CB3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2876" y="3554895"/>
                <a:ext cx="709681" cy="246221"/>
              </a:xfrm>
              <a:prstGeom prst="rect">
                <a:avLst/>
              </a:prstGeom>
              <a:blipFill>
                <a:blip r:embed="rId8"/>
                <a:stretch>
                  <a:fillRect l="-8547" r="-8547" b="-341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57868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31C80C3-B9DF-10FA-D8B1-04700D695E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50" y="2711438"/>
            <a:ext cx="9749079" cy="35283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6BE68D5-66F2-7AC8-2CAE-494B3D00D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1270" y="47142"/>
            <a:ext cx="5396907" cy="26642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A8FB8F9-0550-EEDF-4799-FA31C424F307}"/>
              </a:ext>
            </a:extLst>
          </p:cNvPr>
          <p:cNvSpPr txBox="1"/>
          <p:nvPr/>
        </p:nvSpPr>
        <p:spPr>
          <a:xfrm>
            <a:off x="1270670" y="404664"/>
            <a:ext cx="3947684" cy="97462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spcBef>
                <a:spcPts val="432"/>
              </a:spcBef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Example for a single</a:t>
            </a:r>
          </a:p>
          <a:p>
            <a:pPr algn="l">
              <a:spcBef>
                <a:spcPts val="432"/>
              </a:spcBef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qubit system</a:t>
            </a:r>
          </a:p>
        </p:txBody>
      </p:sp>
    </p:spTree>
    <p:extLst>
      <p:ext uri="{BB962C8B-B14F-4D97-AF65-F5344CB8AC3E}">
        <p14:creationId xmlns:p14="http://schemas.microsoft.com/office/powerpoint/2010/main" val="33941228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9">
            <a:extLst>
              <a:ext uri="{FF2B5EF4-FFF2-40B4-BE49-F238E27FC236}">
                <a16:creationId xmlns:a16="http://schemas.microsoft.com/office/drawing/2014/main" id="{E0FC3327-4C04-1B0B-CE35-470D3E19A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9018" y="188640"/>
            <a:ext cx="10500031" cy="972716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Code is Messy-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4682F73-37C4-2667-6B46-9163A3477269}"/>
                  </a:ext>
                </a:extLst>
              </p:cNvPr>
              <p:cNvSpPr txBox="1"/>
              <p:nvPr/>
            </p:nvSpPr>
            <p:spPr>
              <a:xfrm>
                <a:off x="838621" y="980728"/>
                <a:ext cx="11100427" cy="62581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spcBef>
                    <a:spcPts val="432"/>
                  </a:spcBef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We start with a maximally mixed state and try to reconstruct the state using the experimental simulated data.</a:t>
                </a:r>
              </a:p>
              <a:p>
                <a:pPr algn="l">
                  <a:spcBef>
                    <a:spcPts val="432"/>
                  </a:spcBef>
                </a:pP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>
                  <a:spcBef>
                    <a:spcPts val="432"/>
                  </a:spcBef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Profile it into angles and bins and calculate the likelihood function from the experimental data.</a:t>
                </a:r>
              </a:p>
              <a:p>
                <a:pPr algn="l">
                  <a:spcBef>
                    <a:spcPts val="432"/>
                  </a:spcBef>
                </a:pP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>
                  <a:spcBef>
                    <a:spcPts val="432"/>
                  </a:spcBef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The thing is we don’t need a Prior, the M-H generates an uniform prior (approx.) in the simulation. However, this is not so good choice of prior since we work with truncated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fock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space where lower number states has higher occupancy.</a:t>
                </a:r>
              </a:p>
              <a:p>
                <a:pPr algn="l">
                  <a:spcBef>
                    <a:spcPts val="432"/>
                  </a:spcBef>
                </a:pP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>
                  <a:spcBef>
                    <a:spcPts val="432"/>
                  </a:spcBef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 We introduce the parameters for the M-H algorithm, </a:t>
                </a:r>
              </a:p>
              <a:p>
                <a:pPr>
                  <a:spcBef>
                    <a:spcPts val="432"/>
                  </a:spcBef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 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jump width</a:t>
                </a:r>
              </a:p>
              <a:p>
                <a:pPr algn="l">
                  <a:spcBef>
                    <a:spcPts val="432"/>
                  </a:spcBef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Burn in: No. of initial samples rejected (As those may be not good estimates unless a lucky guess).</a:t>
                </a:r>
              </a:p>
              <a:p>
                <a:pPr algn="l">
                  <a:spcBef>
                    <a:spcPts val="432"/>
                  </a:spcBef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Samples: True number of retain samples (on which averaging is done).</a:t>
                </a:r>
              </a:p>
              <a:p>
                <a:pPr>
                  <a:spcBef>
                    <a:spcPts val="432"/>
                  </a:spcBef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Thin: number of MH steps between consecutive samples retained from the chain.</a:t>
                </a:r>
              </a:p>
              <a:p>
                <a:pPr algn="l">
                  <a:spcBef>
                    <a:spcPts val="432"/>
                  </a:spcBef>
                </a:pP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>
                  <a:spcBef>
                    <a:spcPts val="432"/>
                  </a:spcBef>
                </a:pP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>
                  <a:spcBef>
                    <a:spcPts val="432"/>
                  </a:spcBef>
                </a:pP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>
                  <a:spcBef>
                    <a:spcPts val="432"/>
                  </a:spcBef>
                </a:pP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4682F73-37C4-2667-6B46-9163A34772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621" y="980728"/>
                <a:ext cx="11100427" cy="6258123"/>
              </a:xfrm>
              <a:prstGeom prst="rect">
                <a:avLst/>
              </a:prstGeom>
              <a:blipFill>
                <a:blip r:embed="rId2"/>
                <a:stretch>
                  <a:fillRect l="-1428" t="-12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07300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48BC27C-93C2-4ED3-06F3-B2637CF0C3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3158" y="116632"/>
            <a:ext cx="6321408" cy="6353175"/>
          </a:xfrm>
          <a:prstGeom prst="rect">
            <a:avLst/>
          </a:prstGeom>
          <a:noFill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1B52881-ED91-CEAE-B94A-9571F4AACAAB}"/>
              </a:ext>
            </a:extLst>
          </p:cNvPr>
          <p:cNvSpPr txBox="1"/>
          <p:nvPr/>
        </p:nvSpPr>
        <p:spPr>
          <a:xfrm>
            <a:off x="406574" y="2677666"/>
            <a:ext cx="4372992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spcBef>
                <a:spcPts val="432"/>
              </a:spcBef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Example of BME</a:t>
            </a:r>
          </a:p>
        </p:txBody>
      </p:sp>
    </p:spTree>
    <p:extLst>
      <p:ext uri="{BB962C8B-B14F-4D97-AF65-F5344CB8AC3E}">
        <p14:creationId xmlns:p14="http://schemas.microsoft.com/office/powerpoint/2010/main" val="42356036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87FD517-ED3B-6873-B924-9E46D452C5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Thank you!</a:t>
            </a:r>
            <a:endParaRPr lang="da-DK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C11EF70F-45D4-5A4E-E7D3-2D13305E12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Questions?</a:t>
            </a:r>
            <a:endParaRPr lang="da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BD3086-E2E1-C8C1-257D-F12052361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03C755-3217-1C2F-B40B-7993186E3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Title</a:t>
            </a:r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824DF4-0BC3-A5CA-02F2-8F7CE4FB0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22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05271336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DNEW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heme/theme1.xml><?xml version="1.0" encoding="utf-8"?>
<a:theme xmlns:a="http://schemas.openxmlformats.org/drawingml/2006/main" name="Blank">
  <a:themeElements>
    <a:clrScheme name="DTU">
      <a:dk1>
        <a:srgbClr val="000000"/>
      </a:dk1>
      <a:lt1>
        <a:srgbClr val="FFFFFF"/>
      </a:lt1>
      <a:dk2>
        <a:srgbClr val="990000"/>
      </a:dk2>
      <a:lt2>
        <a:srgbClr val="79238E"/>
      </a:lt2>
      <a:accent1>
        <a:srgbClr val="990000"/>
      </a:accent1>
      <a:accent2>
        <a:srgbClr val="2F3EEA"/>
      </a:accent2>
      <a:accent3>
        <a:srgbClr val="1FD082"/>
      </a:accent3>
      <a:accent4>
        <a:srgbClr val="171748"/>
      </a:accent4>
      <a:accent5>
        <a:srgbClr val="F6D04D"/>
      </a:accent5>
      <a:accent6>
        <a:srgbClr val="FC7634"/>
      </a:accent6>
      <a:hlink>
        <a:srgbClr val="2F3EEA"/>
      </a:hlink>
      <a:folHlink>
        <a:srgbClr val="990000"/>
      </a:folHlink>
    </a:clrScheme>
    <a:fontScheme name="DT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accent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ts val="432"/>
          </a:spcBef>
          <a:spcAft>
            <a:spcPct val="0"/>
          </a:spcAft>
          <a:buClrTx/>
          <a:buSzTx/>
          <a:buFontTx/>
          <a:buNone/>
          <a:tabLst/>
          <a:defRPr kumimoji="0" sz="1600" b="0" i="0" u="none" strike="noStrike" cap="none" normalizeH="0" baseline="0" dirty="0" err="1" smtClean="0">
            <a:ln>
              <a:noFill/>
            </a:ln>
            <a:solidFill>
              <a:srgbClr val="FFFFFF"/>
            </a:solidFill>
            <a:effectLst/>
            <a:latin typeface="+mn-lt"/>
            <a:ea typeface="ＭＳ Ｐゴシック" pitchFamily="-80" charset="-128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square" lIns="0" tIns="0" rIns="0" bIns="0" rtlCol="0">
        <a:spAutoFit/>
      </a:bodyPr>
      <a:lstStyle>
        <a:defPPr algn="l">
          <a:spcBef>
            <a:spcPts val="432"/>
          </a:spcBef>
          <a:defRPr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TU Template 16_9 - Corporate red-ENG.potx" id="{ED70A225-5B60-42AC-912C-67898019C42C}" vid="{E9106579-58D4-45CA-A6E9-5E2F157EFB5C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item1.xml><?xml version="1.0" encoding="utf-8"?>
<TemplafyTemplateConfiguration><![CDATA[{"elementsMetadata":[],"transformationConfigurations":[{"language":"{{DocumentLanguage}}","disableUpdates":false,"type":"proofingLanguage"}],"templateName":"DTU Template 16_9 - Corporate red","templateDescription":"","enableDocumentContentUpdater":true,"version":"1.2"}]]></TemplafyTemplateConfiguration>
</file>

<file path=customXml/item2.xml><?xml version="1.0" encoding="utf-8"?>
<TemplafyFormConfiguration><![CDATA[{"formFields":[{"required":false,"type":"datePicker","name":"Date","label":"Date","helpTexts":{"prefix":"","postfix":""},"spacing":{},"fullyQualifiedName":"Date"},{"required":false,"placeholder":"","lines":0,"type":"textBox","name":"PresentationTitle","label":"Presentation title","helpTexts":{"prefix":"","postfix":""},"spacing":{},"fullyQualifiedName":"PresentationTitle"}],"formDataEntries":[]}]]></TemplafyFormConfiguration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DA1FD2B40FDA458284BB6FCA763489" ma:contentTypeVersion="5" ma:contentTypeDescription="Create a new document." ma:contentTypeScope="" ma:versionID="72b2569ebc96083092f6d8e76413cd52">
  <xsd:schema xmlns:xsd="http://www.w3.org/2001/XMLSchema" xmlns:xs="http://www.w3.org/2001/XMLSchema" xmlns:p="http://schemas.microsoft.com/office/2006/metadata/properties" xmlns:ns2="683dcda1-f8c3-442f-ae64-e236c052732d" xmlns:ns3="715bde23-c48d-41ea-a697-dffaa8fbae8d" targetNamespace="http://schemas.microsoft.com/office/2006/metadata/properties" ma:root="true" ma:fieldsID="df14c340b530a7b5c38005fefa6a5693" ns2:_="" ns3:_="">
    <xsd:import namespace="683dcda1-f8c3-442f-ae64-e236c052732d"/>
    <xsd:import namespace="715bde23-c48d-41ea-a697-dffaa8fbae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3dcda1-f8c3-442f-ae64-e236c05273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5bde23-c48d-41ea-a697-dffaa8fbae8d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5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6.xml><?xml version="1.0" encoding="utf-8"?>
<TemplafySlideTemplateConfiguration><![CDATA[{"elementsMetadata":[],"documentContentValidatorConfiguration":{"enableDocumentContentValidator":false,"documentContentValidatorVersion":0},"slideId":"636957680393408390","enableDocumentContentUpdater":true,"version":"1.2"}]]></TemplafySlideTemplateConfiguration>
</file>

<file path=customXml/item7.xml><?xml version="1.0" encoding="utf-8"?>
<TemplafySlideFormConfiguration><![CDATA[{"formFields":[],"formDataEntries":[]}]]></TemplafySlideFormConfiguration>
</file>

<file path=customXml/item8.xml><?xml version="1.0" encoding="utf-8"?>
<TemplafySlideFormConfiguration><![CDATA[{"formFields":[],"formDataEntries":[]}]]></TemplafySlideFormConfiguration>
</file>

<file path=customXml/item9.xml><?xml version="1.0" encoding="utf-8"?>
<TemplafySlideTemplateConfiguration><![CDATA[{"elementsMetadata":[],"documentContentValidatorConfiguration":{"enableDocumentContentValidator":false,"documentContentValidatorVersion":0},"slideId":"636957680393408391","enableDocumentContentUpdater":true,"version":"1.2"}]]></TemplafySlideTemplateConfiguration>
</file>

<file path=customXml/item10.xml><?xml version="1.0" encoding="utf-8"?>
<TemplafySlideTemplateConfiguration><![CDATA[{"elementsMetadata":[],"documentContentValidatorConfiguration":{"enableDocumentContentValidator":false,"documentContentValidatorVersion":0},"slideId":"636957680393408391","enableDocumentContentUpdater":true,"version":"1.2"}]]></TemplafySlideTemplateConfiguration>
</file>

<file path=customXml/item11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1334258C-C3E7-4029-A615-C886A240FB15}">
  <ds:schemaRefs/>
</ds:datastoreItem>
</file>

<file path=customXml/itemProps2.xml><?xml version="1.0" encoding="utf-8"?>
<ds:datastoreItem xmlns:ds="http://schemas.openxmlformats.org/officeDocument/2006/customXml" ds:itemID="{43763224-B85A-4B53-A86A-261D26A71C30}">
  <ds:schemaRefs/>
</ds:datastoreItem>
</file>

<file path=customXml/itemProps3.xml><?xml version="1.0" encoding="utf-8"?>
<ds:datastoreItem xmlns:ds="http://schemas.openxmlformats.org/officeDocument/2006/customXml" ds:itemID="{14AB1340-5A73-4AE5-9657-061F0D1699D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83dcda1-f8c3-442f-ae64-e236c052732d"/>
    <ds:schemaRef ds:uri="715bde23-c48d-41ea-a697-dffaa8fbae8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49765D68-68C5-4CFA-97ED-A38AD8E70B7F}">
  <ds:schemaRefs>
    <ds:schemaRef ds:uri="http://schemas.microsoft.com/sharepoint/v3/contenttype/forms"/>
  </ds:schemaRefs>
</ds:datastoreItem>
</file>

<file path=customXml/itemProps5.xml><?xml version="1.0" encoding="utf-8"?>
<ds:datastoreItem xmlns:ds="http://schemas.openxmlformats.org/officeDocument/2006/customXml" ds:itemID="{CD7A73E0-5E80-4908-B0DB-9E20244FD02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6.xml><?xml version="1.0" encoding="utf-8"?>
<ds:datastoreItem xmlns:ds="http://schemas.openxmlformats.org/officeDocument/2006/customXml" ds:itemID="{6B8AD017-B053-4E30-93B9-B28A44CEC3A4}">
  <ds:schemaRefs/>
</ds:datastoreItem>
</file>

<file path=customXml/itemProps7.xml><?xml version="1.0" encoding="utf-8"?>
<ds:datastoreItem xmlns:ds="http://schemas.openxmlformats.org/officeDocument/2006/customXml" ds:itemID="{1680B9DC-2D51-4402-BB2C-B8DE0C5AC522}">
  <ds:schemaRefs/>
</ds:datastoreItem>
</file>

<file path=customXml/itemProps8.xml><?xml version="1.0" encoding="utf-8"?>
<ds:datastoreItem xmlns:ds="http://schemas.openxmlformats.org/officeDocument/2006/customXml" ds:itemID="{5DEE4BEE-00BA-4E32-BD26-AF535B50AC95}">
  <ds:schemaRefs/>
</ds:datastoreItem>
</file>

<file path=customXml/itemProps9.xml><?xml version="1.0" encoding="utf-8"?>
<ds:datastoreItem xmlns:ds="http://schemas.openxmlformats.org/officeDocument/2006/customXml" ds:itemID="{CA9FC985-930B-40D4-827F-9FAC5D35EA8C}">
  <ds:schemaRefs/>
</ds:datastoreItem>
</file>

<file path=customXml/itemProps10.xml><?xml version="1.0" encoding="utf-8"?>
<ds:datastoreItem xmlns:ds="http://schemas.openxmlformats.org/officeDocument/2006/customXml" ds:itemID="{DFDE5854-62F5-47A5-A206-1A44C463BFFF}">
  <ds:schemaRefs/>
</ds:datastoreItem>
</file>

<file path=customXml/itemProps11.xml><?xml version="1.0" encoding="utf-8"?>
<ds:datastoreItem xmlns:ds="http://schemas.openxmlformats.org/officeDocument/2006/customXml" ds:itemID="{2A515A35-56C5-40EA-8B72-174B94997AED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DTU Template 16_9 - Corporate red-ENG</Template>
  <TotalTime>540</TotalTime>
  <Words>1475</Words>
  <Application>Microsoft Office PowerPoint</Application>
  <PresentationFormat>Custom</PresentationFormat>
  <Paragraphs>206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Cambria Math</vt:lpstr>
      <vt:lpstr>Neo Sans Std</vt:lpstr>
      <vt:lpstr>Times New Roman</vt:lpstr>
      <vt:lpstr>Verdana</vt:lpstr>
      <vt:lpstr>Blank</vt:lpstr>
      <vt:lpstr>Quantum State Tomography</vt:lpstr>
      <vt:lpstr>PowerPoint Presentation</vt:lpstr>
      <vt:lpstr>Quantum State Tomography in Practice</vt:lpstr>
      <vt:lpstr>Maximum Likelihood Estimation (MLE)</vt:lpstr>
      <vt:lpstr>Maximum Likelihood Estimation (MLE)</vt:lpstr>
      <vt:lpstr>The Log-Likelihood</vt:lpstr>
      <vt:lpstr>MLE for Quantum State tomography</vt:lpstr>
      <vt:lpstr>MLE for Quantum State tomography</vt:lpstr>
      <vt:lpstr>Implementation</vt:lpstr>
      <vt:lpstr>Our MLE Notebooks</vt:lpstr>
      <vt:lpstr>Benchmarking simulation parameters: Cat states </vt:lpstr>
      <vt:lpstr>PowerPoint Presentation</vt:lpstr>
      <vt:lpstr>Bayesian Mean Estimation for Quantum State Tomography </vt:lpstr>
      <vt:lpstr>An Example of BME –  </vt:lpstr>
      <vt:lpstr>PowerPoint Presentation</vt:lpstr>
      <vt:lpstr>The Metropolis-Hastings way of Integrating </vt:lpstr>
      <vt:lpstr>PowerPoint Presentation</vt:lpstr>
      <vt:lpstr>How do we Jump? </vt:lpstr>
      <vt:lpstr>PowerPoint Presentation</vt:lpstr>
      <vt:lpstr>The Code is Messy- 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Carlos González Hofmann</dc:creator>
  <cp:lastModifiedBy>Luis Carlos González Hofmann</cp:lastModifiedBy>
  <cp:revision>7</cp:revision>
  <dcterms:created xsi:type="dcterms:W3CDTF">2026-08-19T13:28:18Z</dcterms:created>
  <dcterms:modified xsi:type="dcterms:W3CDTF">2026-08-20T09:20:00Z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dIsCodeFreeTemplate">
    <vt:lpwstr>True</vt:lpwstr>
  </property>
  <property fmtid="{D5CDD505-2E9C-101B-9397-08002B2CF9AE}" pid="3" name="TemplafyTimeStamp">
    <vt:lpwstr>2019-06-10T12:53:59.0527961Z</vt:lpwstr>
  </property>
  <property fmtid="{D5CDD505-2E9C-101B-9397-08002B2CF9AE}" pid="4" name="ContentTypeId">
    <vt:lpwstr>0x0101009ADA1FD2B40FDA458284BB6FCA763489</vt:lpwstr>
  </property>
</Properties>
</file>